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10.dat" ContentType="application/x-fontdata"/>
  <Override PartName="/ppt/fonts/font2.dat" ContentType="application/x-fontdata"/>
  <Override PartName="/ppt/fonts/font3.dat" ContentType="application/x-fontdata"/>
  <Override PartName="/ppt/fonts/font4.dat" ContentType="application/x-fontdata"/>
  <Override PartName="/ppt/fonts/font5.dat" ContentType="application/x-fontdata"/>
  <Override PartName="/ppt/fonts/font6.dat" ContentType="application/x-fontdata"/>
  <Override PartName="/ppt/fonts/font7.dat" ContentType="application/x-fontdata"/>
  <Override PartName="/ppt/fonts/font8.dat" ContentType="application/x-fontdata"/>
  <Override PartName="/ppt/fonts/font9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19952c26f5b45db" Type="http://schemas.openxmlformats.org/package/2006/relationships/metadata/core-properties" Target="docProps/core.xml"/><Relationship Id="R78a7c73cc2d24dfb" Type="http://schemas.openxmlformats.org/officeDocument/2006/relationships/extended-properties" Target="docProps/app.xml"/><Relationship Id="Rddafdebfa68c410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0ec2156b25ba4f80"/>
  </p:sldMasterIdLst>
  <p:notesMasterIdLst>
    <p:notesMasterId xmlns:r="http://schemas.openxmlformats.org/officeDocument/2006/relationships" r:id="R5813553308414038"/>
  </p:notesMasterIdLst>
  <p:sldIdLst>
    <p:sldId xmlns:r="http://schemas.openxmlformats.org/officeDocument/2006/relationships" id="256" r:id="R0d72c7f5ab934057"/>
    <p:sldId xmlns:r="http://schemas.openxmlformats.org/officeDocument/2006/relationships" id="257" r:id="Ra68e6f526b464981"/>
    <p:sldId xmlns:r="http://schemas.openxmlformats.org/officeDocument/2006/relationships" id="258" r:id="R78b3e778b2044137"/>
    <p:sldId xmlns:r="http://schemas.openxmlformats.org/officeDocument/2006/relationships" id="259" r:id="R662676a2065f4369"/>
    <p:sldId xmlns:r="http://schemas.openxmlformats.org/officeDocument/2006/relationships" id="260" r:id="R2a0b8f21803b451d"/>
    <p:sldId xmlns:r="http://schemas.openxmlformats.org/officeDocument/2006/relationships" id="261" r:id="R758bad95e5be4b8f"/>
    <p:sldId xmlns:r="http://schemas.openxmlformats.org/officeDocument/2006/relationships" id="262" r:id="R6dd147bd6a4347e2"/>
    <p:sldId xmlns:r="http://schemas.openxmlformats.org/officeDocument/2006/relationships" id="263" r:id="Rd9ff044c26be43c3"/>
    <p:sldId xmlns:r="http://schemas.openxmlformats.org/officeDocument/2006/relationships" id="264" r:id="R0ce3eadaf88345af"/>
    <p:sldId xmlns:r="http://schemas.openxmlformats.org/officeDocument/2006/relationships" id="265" r:id="R9e418dff1b22492e"/>
    <p:sldId xmlns:r="http://schemas.openxmlformats.org/officeDocument/2006/relationships" id="266" r:id="Ra7df344531164bbe"/>
    <p:sldId xmlns:r="http://schemas.openxmlformats.org/officeDocument/2006/relationships" id="267" r:id="R72d7b857829d4f6e"/>
    <p:sldId xmlns:r="http://schemas.openxmlformats.org/officeDocument/2006/relationships" id="268" r:id="Rf8cab462cccf4dbd"/>
    <p:sldId xmlns:r="http://schemas.openxmlformats.org/officeDocument/2006/relationships" id="269" r:id="Rf86b787a63b54e92"/>
    <p:sldId xmlns:r="http://schemas.openxmlformats.org/officeDocument/2006/relationships" id="270" r:id="R64c535f5d9124b05"/>
    <p:sldId xmlns:r="http://schemas.openxmlformats.org/officeDocument/2006/relationships" id="271" r:id="R23a4073a358d407b"/>
    <p:sldId xmlns:r="http://schemas.openxmlformats.org/officeDocument/2006/relationships" id="272" r:id="Rf08fec111cf04d63"/>
    <p:sldId xmlns:r="http://schemas.openxmlformats.org/officeDocument/2006/relationships" id="273" r:id="R44f7cd8211c849bf"/>
    <p:sldId xmlns:r="http://schemas.openxmlformats.org/officeDocument/2006/relationships" id="274" r:id="R00c81020ebeb46db"/>
    <p:sldId xmlns:r="http://schemas.openxmlformats.org/officeDocument/2006/relationships" id="275" r:id="Rae08ea52a3d640d7"/>
    <p:sldId xmlns:r="http://schemas.openxmlformats.org/officeDocument/2006/relationships" id="276" r:id="R0ccf42debec4460e"/>
    <p:sldId xmlns:r="http://schemas.openxmlformats.org/officeDocument/2006/relationships" id="277" r:id="R8e89a982a1324310"/>
    <p:sldId xmlns:r="http://schemas.openxmlformats.org/officeDocument/2006/relationships" id="278" r:id="Rc9672024a06e4da6"/>
    <p:sldId xmlns:r="http://schemas.openxmlformats.org/officeDocument/2006/relationships" id="279" r:id="Rccd24c5483964013"/>
    <p:sldId xmlns:r="http://schemas.openxmlformats.org/officeDocument/2006/relationships" id="280" r:id="R186cc42692564e2c"/>
    <p:sldId xmlns:r="http://schemas.openxmlformats.org/officeDocument/2006/relationships" id="281" r:id="R11a8b92d7ff24b82"/>
    <p:sldId xmlns:r="http://schemas.openxmlformats.org/officeDocument/2006/relationships" id="282" r:id="R060faf5a6b3f4eb4"/>
    <p:sldId xmlns:r="http://schemas.openxmlformats.org/officeDocument/2006/relationships" id="283" r:id="R79fef49715a24940"/>
    <p:sldId xmlns:r="http://schemas.openxmlformats.org/officeDocument/2006/relationships" id="284" r:id="Refb62340e9494942"/>
    <p:sldId xmlns:r="http://schemas.openxmlformats.org/officeDocument/2006/relationships" id="285" r:id="R6cd99b7d7ff2407c"/>
  </p:sldIdLst>
  <p:sldSz cx="12192000" cy="6858000"/>
  <p:notesSz cx="6858000" cy="9144000"/>
  <p:embeddedFontLst>
    <p:embeddedFont>
      <p:font typeface="Calibri"/>
      <p:regular xmlns:r="http://schemas.openxmlformats.org/officeDocument/2006/relationships" r:id="Rad89f2a62a2c44b3"/>
      <p:bold xmlns:r="http://schemas.openxmlformats.org/officeDocument/2006/relationships" r:id="R26adde6a5b7a4d5e"/>
      <p:italic xmlns:r="http://schemas.openxmlformats.org/officeDocument/2006/relationships" r:id="R233120852db14ea0"/>
      <p:boldItalic xmlns:r="http://schemas.openxmlformats.org/officeDocument/2006/relationships" r:id="Re32671baef5448fb"/>
    </p:embeddedFont>
    <p:embeddedFont>
      <p:font typeface="Cambria"/>
      <p:regular xmlns:r="http://schemas.openxmlformats.org/officeDocument/2006/relationships" r:id="Re9f5be77be7945b7"/>
      <p:bold xmlns:r="http://schemas.openxmlformats.org/officeDocument/2006/relationships" r:id="R78649c4b911e4f7c"/>
      <p:italic xmlns:r="http://schemas.openxmlformats.org/officeDocument/2006/relationships" r:id="R9a52c17e3c3f42b2"/>
      <p:boldItalic xmlns:r="http://schemas.openxmlformats.org/officeDocument/2006/relationships" r:id="R256497c88ac44c4b"/>
    </p:embeddedFont>
    <p:embeddedFont>
      <p:font typeface="Gill Sans"/>
      <p:regular xmlns:r="http://schemas.openxmlformats.org/officeDocument/2006/relationships" r:id="R12e9d7925103433a"/>
      <p:bold xmlns:r="http://schemas.openxmlformats.org/officeDocument/2006/relationships" r:id="R8f7e0bf59cdb407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c81020ebeb46db" Type="http://schemas.openxmlformats.org/officeDocument/2006/relationships/slide" Target="slides/slide19.xml"/><Relationship Id="R060faf5a6b3f4eb4" Type="http://schemas.openxmlformats.org/officeDocument/2006/relationships/slide" Target="slides/slide27.xml"/><Relationship Id="R0ccf42debec4460e" Type="http://schemas.openxmlformats.org/officeDocument/2006/relationships/slide" Target="slides/slide21.xml"/><Relationship Id="R0ce3eadaf88345af" Type="http://schemas.openxmlformats.org/officeDocument/2006/relationships/slide" Target="slides/slide9.xml"/><Relationship Id="R0d72c7f5ab934057" Type="http://schemas.openxmlformats.org/officeDocument/2006/relationships/slide" Target="slides/slide1.xml"/><Relationship Id="R0ec2156b25ba4f80" Type="http://schemas.openxmlformats.org/officeDocument/2006/relationships/slideMaster" Target="slideMasters/slideMaster1.xml"/><Relationship Id="R11a8b92d7ff24b82" Type="http://schemas.openxmlformats.org/officeDocument/2006/relationships/slide" Target="slides/slide26.xml"/><Relationship Id="R12e9d7925103433a" Type="http://schemas.openxmlformats.org/officeDocument/2006/relationships/font" Target="fonts/font9.dat"/><Relationship Id="R186cc42692564e2c" Type="http://schemas.openxmlformats.org/officeDocument/2006/relationships/slide" Target="slides/slide25.xml"/><Relationship Id="R233120852db14ea0" Type="http://schemas.openxmlformats.org/officeDocument/2006/relationships/font" Target="fonts/font3.dat"/><Relationship Id="R23a4073a358d407b" Type="http://schemas.openxmlformats.org/officeDocument/2006/relationships/slide" Target="slides/slide16.xml"/><Relationship Id="R256497c88ac44c4b" Type="http://schemas.openxmlformats.org/officeDocument/2006/relationships/font" Target="fonts/font8.dat"/><Relationship Id="R26adde6a5b7a4d5e" Type="http://schemas.openxmlformats.org/officeDocument/2006/relationships/font" Target="fonts/font2.dat"/><Relationship Id="R2a0b8f21803b451d" Type="http://schemas.openxmlformats.org/officeDocument/2006/relationships/slide" Target="slides/slide5.xml"/><Relationship Id="R44f7cd8211c849bf" Type="http://schemas.openxmlformats.org/officeDocument/2006/relationships/slide" Target="slides/slide18.xml"/><Relationship Id="R5813553308414038" Type="http://schemas.openxmlformats.org/officeDocument/2006/relationships/notesMaster" Target="notesMasters/notesMaster1.xml"/><Relationship Id="R64c535f5d9124b05" Type="http://schemas.openxmlformats.org/officeDocument/2006/relationships/slide" Target="slides/slide15.xml"/><Relationship Id="R662676a2065f4369" Type="http://schemas.openxmlformats.org/officeDocument/2006/relationships/slide" Target="slides/slide4.xml"/><Relationship Id="R6cd99b7d7ff2407c" Type="http://schemas.openxmlformats.org/officeDocument/2006/relationships/slide" Target="slides/slide30.xml"/><Relationship Id="R6dd147bd6a4347e2" Type="http://schemas.openxmlformats.org/officeDocument/2006/relationships/slide" Target="slides/slide7.xml"/><Relationship Id="R72d7b857829d4f6e" Type="http://schemas.openxmlformats.org/officeDocument/2006/relationships/slide" Target="slides/slide12.xml"/><Relationship Id="R758bad95e5be4b8f" Type="http://schemas.openxmlformats.org/officeDocument/2006/relationships/slide" Target="slides/slide6.xml"/><Relationship Id="R78649c4b911e4f7c" Type="http://schemas.openxmlformats.org/officeDocument/2006/relationships/font" Target="fonts/font6.dat"/><Relationship Id="R78b3e778b2044137" Type="http://schemas.openxmlformats.org/officeDocument/2006/relationships/slide" Target="slides/slide3.xml"/><Relationship Id="R79fef49715a24940" Type="http://schemas.openxmlformats.org/officeDocument/2006/relationships/slide" Target="slides/slide28.xml"/><Relationship Id="R8e89a982a1324310" Type="http://schemas.openxmlformats.org/officeDocument/2006/relationships/slide" Target="slides/slide22.xml"/><Relationship Id="R8f7e0bf59cdb4075" Type="http://schemas.openxmlformats.org/officeDocument/2006/relationships/font" Target="fonts/font10.dat"/><Relationship Id="R9a52c17e3c3f42b2" Type="http://schemas.openxmlformats.org/officeDocument/2006/relationships/font" Target="fonts/font7.dat"/><Relationship Id="R9e418dff1b22492e" Type="http://schemas.openxmlformats.org/officeDocument/2006/relationships/slide" Target="slides/slide10.xml"/><Relationship Id="Ra68e6f526b464981" Type="http://schemas.openxmlformats.org/officeDocument/2006/relationships/slide" Target="slides/slide2.xml"/><Relationship Id="Ra7df344531164bbe" Type="http://schemas.openxmlformats.org/officeDocument/2006/relationships/slide" Target="slides/slide11.xml"/><Relationship Id="Rad89f2a62a2c44b3" Type="http://schemas.openxmlformats.org/officeDocument/2006/relationships/font" Target="fonts/font.dat"/><Relationship Id="Rae08ea52a3d640d7" Type="http://schemas.openxmlformats.org/officeDocument/2006/relationships/slide" Target="slides/slide20.xml"/><Relationship Id="Rc9672024a06e4da6" Type="http://schemas.openxmlformats.org/officeDocument/2006/relationships/slide" Target="slides/slide23.xml"/><Relationship Id="Rccd24c5483964013" Type="http://schemas.openxmlformats.org/officeDocument/2006/relationships/slide" Target="slides/slide24.xml"/><Relationship Id="Rd9ff044c26be43c3" Type="http://schemas.openxmlformats.org/officeDocument/2006/relationships/slide" Target="slides/slide8.xml"/><Relationship Id="Rde8c4cf0ad754297" Type="http://schemas.openxmlformats.org/officeDocument/2006/relationships/viewProps" Target="viewProps.xml"/><Relationship Id="Re32671baef5448fb" Type="http://schemas.openxmlformats.org/officeDocument/2006/relationships/font" Target="fonts/font4.dat"/><Relationship Id="Re5e9b15a34ae4294" Type="http://schemas.openxmlformats.org/officeDocument/2006/relationships/presProps" Target="presProps.xml"/><Relationship Id="Re9f5be77be7945b7" Type="http://schemas.openxmlformats.org/officeDocument/2006/relationships/font" Target="fonts/font5.dat"/><Relationship Id="Refb62340e9494942" Type="http://schemas.openxmlformats.org/officeDocument/2006/relationships/slide" Target="slides/slide29.xml"/><Relationship Id="Rf08fec111cf04d63" Type="http://schemas.openxmlformats.org/officeDocument/2006/relationships/slide" Target="slides/slide17.xml"/><Relationship Id="Rf44a42ce10c84a92" Type="http://schemas.openxmlformats.org/officeDocument/2006/relationships/theme" Target="theme/theme1.xml"/><Relationship Id="Rf86b787a63b54e92" Type="http://schemas.openxmlformats.org/officeDocument/2006/relationships/slide" Target="slides/slide14.xml"/><Relationship Id="Rf8cab462cccf4dbd" Type="http://schemas.openxmlformats.org/officeDocument/2006/relationships/slide" Target="slides/slide13.xml"/><Relationship Id="Rfc597242a3434b7a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37b5d01c86f74c1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48e163679d047ba" Type="http://schemas.openxmlformats.org/officeDocument/2006/relationships/notesMaster" Target="../notesMasters/notesMaster1.xml"/><Relationship Id="Rbd08294f51ea4d6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e9a8e437e6b4a7d" Type="http://schemas.openxmlformats.org/officeDocument/2006/relationships/notesMaster" Target="../notesMasters/notesMaster1.xml"/><Relationship Id="Ra0116fcc34f54840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5f2869ade4849cd" Type="http://schemas.openxmlformats.org/officeDocument/2006/relationships/notesMaster" Target="../notesMasters/notesMaster1.xml"/><Relationship Id="Rbf32659a6bab406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a3e91bf19f844dac" Type="http://schemas.openxmlformats.org/officeDocument/2006/relationships/notesMaster" Target="../notesMasters/notesMaster1.xml"/><Relationship Id="Rae5bdb91c9cc428f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982f62463ff2491a" Type="http://schemas.openxmlformats.org/officeDocument/2006/relationships/slide" Target="../slides/slide5.xml"/><Relationship Id="Ree2c7b4147f449b3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9cf11a63cbd24c92" Type="http://schemas.openxmlformats.org/officeDocument/2006/relationships/slide" Target="../slides/slide6.xml"/><Relationship Id="Rfb3b8e8c66c34ea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4989f5951634967" Type="http://schemas.openxmlformats.org/officeDocument/2006/relationships/slide" Target="../slides/slide7.xml"/><Relationship Id="Rec303cf73a00466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c5b6d1533d33437f" Type="http://schemas.openxmlformats.org/officeDocument/2006/relationships/notesMaster" Target="../notesMasters/notesMaster1.xml"/><Relationship Id="Rcb652efa85f143b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2987db77bad42f5" Type="http://schemas.openxmlformats.org/officeDocument/2006/relationships/notesMaster" Target="../notesMasters/notesMaster1.xml"/><Relationship Id="R47b88f9475f44a5a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0f39d0db3aa4314" Type="http://schemas.openxmlformats.org/officeDocument/2006/relationships/slide" Target="../slides/slide10.xml"/><Relationship Id="R7c35633f4c6145ad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456d50783e044b6b" Type="http://schemas.openxmlformats.org/officeDocument/2006/relationships/slide" Target="../slides/slide11.xml"/><Relationship Id="R72532c3ae7e6481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0ff837cc008454f" Type="http://schemas.openxmlformats.org/officeDocument/2006/relationships/notesMaster" Target="../notesMasters/notesMaster1.xml"/><Relationship Id="Rdd53adc17c8a478e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cb2db95a97af4f7a" Type="http://schemas.openxmlformats.org/officeDocument/2006/relationships/notesMaster" Target="../notesMasters/notesMaster1.xml"/><Relationship Id="Rfebc30126ab04bb0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411356b097454d16" Type="http://schemas.openxmlformats.org/officeDocument/2006/relationships/notesMaster" Target="../notesMasters/notesMaster1.xml"/><Relationship Id="R94aefd415b794dcb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45cd2344c4444a1c" Type="http://schemas.openxmlformats.org/officeDocument/2006/relationships/notesMaster" Target="../notesMasters/notesMaster1.xml"/><Relationship Id="R92f803d7734d4ab0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a576517a2034c4b" Type="http://schemas.openxmlformats.org/officeDocument/2006/relationships/notesMaster" Target="../notesMasters/notesMaster1.xml"/><Relationship Id="R3504b90bf6ce428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146faba69988423d" Type="http://schemas.openxmlformats.org/officeDocument/2006/relationships/slide" Target="../slides/slide17.xml"/><Relationship Id="R7b9eaae3992c4fa4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2469d84ae72f400b" Type="http://schemas.openxmlformats.org/officeDocument/2006/relationships/notesMaster" Target="../notesMasters/notesMaster1.xml"/><Relationship Id="Rbfcc655a15764e4f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dd4bfea200494a91" Type="http://schemas.openxmlformats.org/officeDocument/2006/relationships/notesMaster" Target="../notesMasters/notesMaster1.xml"/><Relationship Id="Re4c4a700e29b436f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390d5c56af2f41da" Type="http://schemas.openxmlformats.org/officeDocument/2006/relationships/notesMaster" Target="../notesMasters/notesMaster1.xml"/><Relationship Id="Rb0821682fedf4c6e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b4d5b4218504497f" Type="http://schemas.openxmlformats.org/officeDocument/2006/relationships/notesMaster" Target="../notesMasters/notesMaster1.xml"/><Relationship Id="Rc41adbdf29364de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20699d94cfab4d16" Type="http://schemas.openxmlformats.org/officeDocument/2006/relationships/notesMaster" Target="../notesMasters/notesMaster1.xml"/><Relationship Id="Ref6db3e6f5fa4e79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bad6bc325cdb4899" Type="http://schemas.openxmlformats.org/officeDocument/2006/relationships/slide" Target="../slides/slide23.xml"/><Relationship Id="Rcc0a7b2a026f4ce6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09fef572d87942fe" Type="http://schemas.openxmlformats.org/officeDocument/2006/relationships/notesMaster" Target="../notesMasters/notesMaster1.xml"/><Relationship Id="R665cc70e023b4394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db8f9615c524a74" Type="http://schemas.openxmlformats.org/officeDocument/2006/relationships/notesMaster" Target="../notesMasters/notesMaster1.xml"/><Relationship Id="R5e81f91b9ef54fd6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2307e8d3f5a44e5f" Type="http://schemas.openxmlformats.org/officeDocument/2006/relationships/slide" Target="../slides/slide26.xml"/><Relationship Id="Rac372eb04649479f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705f285b1874838" Type="http://schemas.openxmlformats.org/officeDocument/2006/relationships/notesMaster" Target="../notesMasters/notesMaster1.xml"/><Relationship Id="R8e8fb92cba0342b4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9e2cfbb740f44bae" Type="http://schemas.openxmlformats.org/officeDocument/2006/relationships/notesMaster" Target="../notesMasters/notesMaster1.xml"/><Relationship Id="Rfedba9c83a4541cb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32e0467e69894e78" Type="http://schemas.openxmlformats.org/officeDocument/2006/relationships/notesMaster" Target="../notesMasters/notesMaster1.xml"/><Relationship Id="R7fe30728da0e4aff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94f9a92d85c24060" Type="http://schemas.openxmlformats.org/officeDocument/2006/relationships/slide" Target="../slides/slide30.xml"/><Relationship Id="Rcc5ddd9620c547f8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portada.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alcance y canales.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propósito y alcance.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WS_CON_UNI_JAVA_REST.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CLI_MOV_CON_UNI_JAVA_REST.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los cuatro clientes y del servidor; 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servidor; README de los cuatro clientes.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7f4a4c990b54d9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818d5c7aaf9c432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04faef02cdc4e4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576b4da0c1e4f8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dcaf9c7c51fd4cc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5f6912d6f07a484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b5d43d7713824c5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ffe4453a4894cc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ecc0c1929994f9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ef1299e2a7646ef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eaeb169d6f34cb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5">
            <a:extLst xmlns:a="http://schemas.openxmlformats.org/drawingml/2006/main">
              <a:ext uri="{FF2B5EF4-FFF2-40B4-BE49-F238E27FC236}">
                <a16:creationId xmlns:a16="http://schemas.microsoft.com/office/drawing/2014/main" id="{81F7DFCF-B0B0-43C9-A25F-44FF7933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3085765"/>
            <a:ext cx="11262866" cy="3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 xmlns:a="http://schemas.openxmlformats.org/drawingml/2006/main">
              <a:ext uri="{FF2B5EF4-FFF2-40B4-BE49-F238E27FC236}">
                <a16:creationId xmlns:a16="http://schemas.microsoft.com/office/drawing/2014/main" id="{AECFF515-8A5A-4EE8-A018-C63EEADF9A0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1191" y="1020431"/>
            <a:ext cx="10993549" cy="1475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" name="Google Shape;17;p45">
            <a:extLst xmlns:a="http://schemas.openxmlformats.org/drawingml/2006/main">
              <a:ext uri="{FF2B5EF4-FFF2-40B4-BE49-F238E27FC236}">
                <a16:creationId xmlns:a16="http://schemas.microsoft.com/office/drawing/2014/main" id="{7F0FAADA-8C5F-466B-9914-A15E066F9E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1194" y="2495445"/>
            <a:ext cx="10993546" cy="590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45">
            <a:extLst xmlns:a="http://schemas.openxmlformats.org/drawingml/2006/main">
              <a:ext uri="{FF2B5EF4-FFF2-40B4-BE49-F238E27FC236}">
                <a16:creationId xmlns:a16="http://schemas.microsoft.com/office/drawing/2014/main" id="{907C1668-2893-43C4-9F67-CF18FBDDFA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45">
            <a:extLst xmlns:a="http://schemas.openxmlformats.org/drawingml/2006/main">
              <a:ext uri="{FF2B5EF4-FFF2-40B4-BE49-F238E27FC236}">
                <a16:creationId xmlns:a16="http://schemas.microsoft.com/office/drawing/2014/main" id="{E7C77B1B-9B39-4371-9052-4EE8EA8C71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45">
            <a:extLst xmlns:a="http://schemas.openxmlformats.org/drawingml/2006/main">
              <a:ext uri="{FF2B5EF4-FFF2-40B4-BE49-F238E27FC236}">
                <a16:creationId xmlns:a16="http://schemas.microsoft.com/office/drawing/2014/main" id="{2FCD1942-86CE-4912-B1F4-C8512F89A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1644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6">
            <a:extLst xmlns:a="http://schemas.openxmlformats.org/drawingml/2006/main">
              <a:ext uri="{FF2B5EF4-FFF2-40B4-BE49-F238E27FC236}">
                <a16:creationId xmlns:a16="http://schemas.microsoft.com/office/drawing/2014/main" id="{DA2EAED6-10C7-421F-957B-EA4BCD95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 xmlns:a="http://schemas.openxmlformats.org/drawingml/2006/main">
              <a:ext uri="{FF2B5EF4-FFF2-40B4-BE49-F238E27FC236}">
                <a16:creationId xmlns:a16="http://schemas.microsoft.com/office/drawing/2014/main" id="{820F1418-23B4-4753-B2ED-EDF7764F58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46">
            <a:extLst xmlns:a="http://schemas.openxmlformats.org/drawingml/2006/main">
              <a:ext uri="{FF2B5EF4-FFF2-40B4-BE49-F238E27FC236}">
                <a16:creationId xmlns:a16="http://schemas.microsoft.com/office/drawing/2014/main" id="{726DEA27-0080-4940-A41F-93FA083446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11029615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46">
            <a:extLst xmlns:a="http://schemas.openxmlformats.org/drawingml/2006/main">
              <a:ext uri="{FF2B5EF4-FFF2-40B4-BE49-F238E27FC236}">
                <a16:creationId xmlns:a16="http://schemas.microsoft.com/office/drawing/2014/main" id="{102D231E-32CF-42DF-82BC-2E9809FD3B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46">
            <a:extLst xmlns:a="http://schemas.openxmlformats.org/drawingml/2006/main">
              <a:ext uri="{FF2B5EF4-FFF2-40B4-BE49-F238E27FC236}">
                <a16:creationId xmlns:a16="http://schemas.microsoft.com/office/drawing/2014/main" id="{19FCC995-593F-44F5-BE3C-D2EA160726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46">
            <a:extLst xmlns:a="http://schemas.openxmlformats.org/drawingml/2006/main">
              <a:ext uri="{FF2B5EF4-FFF2-40B4-BE49-F238E27FC236}">
                <a16:creationId xmlns:a16="http://schemas.microsoft.com/office/drawing/2014/main" id="{1774677B-22F4-47A0-B40A-98F33D2764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0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7">
            <a:extLst xmlns:a="http://schemas.openxmlformats.org/drawingml/2006/main">
              <a:ext uri="{FF2B5EF4-FFF2-40B4-BE49-F238E27FC236}">
                <a16:creationId xmlns:a16="http://schemas.microsoft.com/office/drawing/2014/main" id="{A28D9EF3-4C91-4723-9203-6830AB3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4"/>
            <a:ext cx="11290860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 xmlns:a="http://schemas.openxmlformats.org/drawingml/2006/main">
              <a:ext uri="{FF2B5EF4-FFF2-40B4-BE49-F238E27FC236}">
                <a16:creationId xmlns:a16="http://schemas.microsoft.com/office/drawing/2014/main" id="{481B5944-5F49-4025-B4C0-7015B51F09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3043910"/>
            <a:ext cx="11029615" cy="149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47">
            <a:extLst xmlns:a="http://schemas.openxmlformats.org/drawingml/2006/main">
              <a:ext uri="{FF2B5EF4-FFF2-40B4-BE49-F238E27FC236}">
                <a16:creationId xmlns:a16="http://schemas.microsoft.com/office/drawing/2014/main" id="{C8F05D42-1F7B-431F-8F65-F5BAE32E51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4541417"/>
            <a:ext cx="11029615" cy="600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47">
            <a:extLst xmlns:a="http://schemas.openxmlformats.org/drawingml/2006/main">
              <a:ext uri="{FF2B5EF4-FFF2-40B4-BE49-F238E27FC236}">
                <a16:creationId xmlns:a16="http://schemas.microsoft.com/office/drawing/2014/main" id="{CFFF0A8E-CD25-4A14-8748-E52FAECA42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47">
            <a:extLst xmlns:a="http://schemas.openxmlformats.org/drawingml/2006/main">
              <a:ext uri="{FF2B5EF4-FFF2-40B4-BE49-F238E27FC236}">
                <a16:creationId xmlns:a16="http://schemas.microsoft.com/office/drawing/2014/main" id="{087C1B5E-5074-4CCA-BBCC-E9C9E8D163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47">
            <a:extLst xmlns:a="http://schemas.openxmlformats.org/drawingml/2006/main">
              <a:ext uri="{FF2B5EF4-FFF2-40B4-BE49-F238E27FC236}">
                <a16:creationId xmlns:a16="http://schemas.microsoft.com/office/drawing/2014/main" id="{9D6B3F20-2351-4972-A58C-66FC442ACF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48">
            <a:extLst xmlns:a="http://schemas.openxmlformats.org/drawingml/2006/main">
              <a:ext uri="{FF2B5EF4-FFF2-40B4-BE49-F238E27FC236}">
                <a16:creationId xmlns:a16="http://schemas.microsoft.com/office/drawing/2014/main" id="{E82128D7-3D14-4383-A20C-51E6333D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 xmlns:a="http://schemas.openxmlformats.org/drawingml/2006/main">
              <a:ext uri="{FF2B5EF4-FFF2-40B4-BE49-F238E27FC236}">
                <a16:creationId xmlns:a16="http://schemas.microsoft.com/office/drawing/2014/main" id="{A5D71FAD-5DDE-447D-9E8C-DF391383A4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48">
            <a:extLst xmlns:a="http://schemas.openxmlformats.org/drawingml/2006/main">
              <a:ext uri="{FF2B5EF4-FFF2-40B4-BE49-F238E27FC236}">
                <a16:creationId xmlns:a16="http://schemas.microsoft.com/office/drawing/2014/main" id="{534CED20-E911-486D-A46D-8250D6954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3" y="2228003"/>
            <a:ext cx="5422390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48">
            <a:extLst xmlns:a="http://schemas.openxmlformats.org/drawingml/2006/main">
              <a:ext uri="{FF2B5EF4-FFF2-40B4-BE49-F238E27FC236}">
                <a16:creationId xmlns:a16="http://schemas.microsoft.com/office/drawing/2014/main" id="{152BBE31-7BF2-4878-BC66-EABB333ED6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88417" y="2228003"/>
            <a:ext cx="5422392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48">
            <a:extLst xmlns:a="http://schemas.openxmlformats.org/drawingml/2006/main">
              <a:ext uri="{FF2B5EF4-FFF2-40B4-BE49-F238E27FC236}">
                <a16:creationId xmlns:a16="http://schemas.microsoft.com/office/drawing/2014/main" id="{E144B5FC-8BA8-42DB-991B-B97D051E98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48">
            <a:extLst xmlns:a="http://schemas.openxmlformats.org/drawingml/2006/main">
              <a:ext uri="{FF2B5EF4-FFF2-40B4-BE49-F238E27FC236}">
                <a16:creationId xmlns:a16="http://schemas.microsoft.com/office/drawing/2014/main" id="{8814986B-B3D5-4023-92DA-5E66FFEEC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48">
            <a:extLst xmlns:a="http://schemas.openxmlformats.org/drawingml/2006/main">
              <a:ext uri="{FF2B5EF4-FFF2-40B4-BE49-F238E27FC236}">
                <a16:creationId xmlns:a16="http://schemas.microsoft.com/office/drawing/2014/main" id="{434FFCB9-36F8-4DD2-9F86-F149062B1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49">
            <a:extLst xmlns:a="http://schemas.openxmlformats.org/drawingml/2006/main">
              <a:ext uri="{FF2B5EF4-FFF2-40B4-BE49-F238E27FC236}">
                <a16:creationId xmlns:a16="http://schemas.microsoft.com/office/drawing/2014/main" id="{A47DCEB2-AFF5-4C93-8459-BA856408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 xmlns:a="http://schemas.openxmlformats.org/drawingml/2006/main">
              <a:ext uri="{FF2B5EF4-FFF2-40B4-BE49-F238E27FC236}">
                <a16:creationId xmlns:a16="http://schemas.microsoft.com/office/drawing/2014/main" id="{96C0BAFD-703C-4798-B264-B1463D8CC7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49">
            <a:extLst xmlns:a="http://schemas.openxmlformats.org/drawingml/2006/main">
              <a:ext uri="{FF2B5EF4-FFF2-40B4-BE49-F238E27FC236}">
                <a16:creationId xmlns:a16="http://schemas.microsoft.com/office/drawing/2014/main" id="{58CF630C-968B-4DD4-B0C5-8F61CE4BDC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87219" y="2250892"/>
            <a:ext cx="5087075" cy="536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49">
            <a:extLst xmlns:a="http://schemas.openxmlformats.org/drawingml/2006/main">
              <a:ext uri="{FF2B5EF4-FFF2-40B4-BE49-F238E27FC236}">
                <a16:creationId xmlns:a16="http://schemas.microsoft.com/office/drawing/2014/main" id="{BA978D04-EBEA-4AB5-B8FA-9CAA19B8AE1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81194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49">
            <a:extLst xmlns:a="http://schemas.openxmlformats.org/drawingml/2006/main">
              <a:ext uri="{FF2B5EF4-FFF2-40B4-BE49-F238E27FC236}">
                <a16:creationId xmlns:a16="http://schemas.microsoft.com/office/drawing/2014/main" id="{FB26FA00-50E6-4256-99B3-8A427F6E8F5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523735" y="2250892"/>
            <a:ext cx="5087073" cy="553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49">
            <a:extLst xmlns:a="http://schemas.openxmlformats.org/drawingml/2006/main">
              <a:ext uri="{FF2B5EF4-FFF2-40B4-BE49-F238E27FC236}">
                <a16:creationId xmlns:a16="http://schemas.microsoft.com/office/drawing/2014/main" id="{D5D229BD-B398-450E-BD8E-0893B06BD21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17709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49">
            <a:extLst xmlns:a="http://schemas.openxmlformats.org/drawingml/2006/main">
              <a:ext uri="{FF2B5EF4-FFF2-40B4-BE49-F238E27FC236}">
                <a16:creationId xmlns:a16="http://schemas.microsoft.com/office/drawing/2014/main" id="{E7B022CB-B59B-4D66-B534-784561399A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49">
            <a:extLst xmlns:a="http://schemas.openxmlformats.org/drawingml/2006/main">
              <a:ext uri="{FF2B5EF4-FFF2-40B4-BE49-F238E27FC236}">
                <a16:creationId xmlns:a16="http://schemas.microsoft.com/office/drawing/2014/main" id="{E9F00149-9248-4461-821A-5B56F9A675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49">
            <a:extLst xmlns:a="http://schemas.openxmlformats.org/drawingml/2006/main">
              <a:ext uri="{FF2B5EF4-FFF2-40B4-BE49-F238E27FC236}">
                <a16:creationId xmlns:a16="http://schemas.microsoft.com/office/drawing/2014/main" id="{8FC45D92-E1AD-4496-B594-FDA4CB09C5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0">
            <a:extLst xmlns:a="http://schemas.openxmlformats.org/drawingml/2006/main">
              <a:ext uri="{FF2B5EF4-FFF2-40B4-BE49-F238E27FC236}">
                <a16:creationId xmlns:a16="http://schemas.microsoft.com/office/drawing/2014/main" id="{CBF91A3E-77E7-481B-A6FA-910CE3EAC9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50">
            <a:extLst xmlns:a="http://schemas.openxmlformats.org/drawingml/2006/main">
              <a:ext uri="{FF2B5EF4-FFF2-40B4-BE49-F238E27FC236}">
                <a16:creationId xmlns:a16="http://schemas.microsoft.com/office/drawing/2014/main" id="{AEA012E0-295D-40C2-A6F1-7F0EC10E7E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50">
            <a:extLst xmlns:a="http://schemas.openxmlformats.org/drawingml/2006/main">
              <a:ext uri="{FF2B5EF4-FFF2-40B4-BE49-F238E27FC236}">
                <a16:creationId xmlns:a16="http://schemas.microsoft.com/office/drawing/2014/main" id="{18E12064-317B-4349-BC4E-5A49E5395C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 xmlns:a="http://schemas.openxmlformats.org/drawingml/2006/main">
              <a:ext uri="{FF2B5EF4-FFF2-40B4-BE49-F238E27FC236}">
                <a16:creationId xmlns:a16="http://schemas.microsoft.com/office/drawing/2014/main" id="{1D0858B1-957F-4F3B-A568-2BDCCB1E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83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 xmlns:a="http://schemas.openxmlformats.org/drawingml/2006/main">
              <a:ext uri="{FF2B5EF4-FFF2-40B4-BE49-F238E27FC236}">
                <a16:creationId xmlns:a16="http://schemas.microsoft.com/office/drawing/2014/main" id="{737991D4-8CBE-493F-ABA6-6CA2F5238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5894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51">
            <a:extLst xmlns:a="http://schemas.openxmlformats.org/drawingml/2006/main">
              <a:ext uri="{FF2B5EF4-FFF2-40B4-BE49-F238E27FC236}">
                <a16:creationId xmlns:a16="http://schemas.microsoft.com/office/drawing/2014/main" id="{4CB699C7-DD8D-4B02-B119-B3A046381B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51">
            <a:extLst xmlns:a="http://schemas.openxmlformats.org/drawingml/2006/main">
              <a:ext uri="{FF2B5EF4-FFF2-40B4-BE49-F238E27FC236}">
                <a16:creationId xmlns:a16="http://schemas.microsoft.com/office/drawing/2014/main" id="{0012E0E8-22D2-4828-96D4-07289747E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51">
            <a:extLst xmlns:a="http://schemas.openxmlformats.org/drawingml/2006/main">
              <a:ext uri="{FF2B5EF4-FFF2-40B4-BE49-F238E27FC236}">
                <a16:creationId xmlns:a16="http://schemas.microsoft.com/office/drawing/2014/main" id="{BE212704-F63D-4467-B4D1-E1A05DF28A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2">
            <a:extLst xmlns:a="http://schemas.openxmlformats.org/drawingml/2006/main">
              <a:ext uri="{FF2B5EF4-FFF2-40B4-BE49-F238E27FC236}">
                <a16:creationId xmlns:a16="http://schemas.microsoft.com/office/drawing/2014/main" id="{4A1B2026-EB38-44EF-A0AF-764273F9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3"/>
            <a:ext cx="11298200" cy="127470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 xmlns:a="http://schemas.openxmlformats.org/drawingml/2006/main">
              <a:ext uri="{FF2B5EF4-FFF2-40B4-BE49-F238E27FC236}">
                <a16:creationId xmlns:a16="http://schemas.microsoft.com/office/drawing/2014/main" id="{DE9E385E-1F19-492B-847A-E036CBF98B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5262296"/>
            <a:ext cx="4909445" cy="689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52">
            <a:extLst xmlns:a="http://schemas.openxmlformats.org/drawingml/2006/main">
              <a:ext uri="{FF2B5EF4-FFF2-40B4-BE49-F238E27FC236}">
                <a16:creationId xmlns:a16="http://schemas.microsoft.com/office/drawing/2014/main" id="{1139554F-F0F8-4A5B-B738-EE4DA1C1A4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7816" y="601200"/>
            <a:ext cx="11292840" cy="42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52">
            <a:extLst xmlns:a="http://schemas.openxmlformats.org/drawingml/2006/main">
              <a:ext uri="{FF2B5EF4-FFF2-40B4-BE49-F238E27FC236}">
                <a16:creationId xmlns:a16="http://schemas.microsoft.com/office/drawing/2014/main" id="{DCA3C867-D9A9-44CC-B2AF-39136477F9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740823" y="5262296"/>
            <a:ext cx="5869987" cy="68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52">
            <a:extLst xmlns:a="http://schemas.openxmlformats.org/drawingml/2006/main">
              <a:ext uri="{FF2B5EF4-FFF2-40B4-BE49-F238E27FC236}">
                <a16:creationId xmlns:a16="http://schemas.microsoft.com/office/drawing/2014/main" id="{B4E33A82-B0DC-4FF4-BFBF-BF541E648C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52">
            <a:extLst xmlns:a="http://schemas.openxmlformats.org/drawingml/2006/main">
              <a:ext uri="{FF2B5EF4-FFF2-40B4-BE49-F238E27FC236}">
                <a16:creationId xmlns:a16="http://schemas.microsoft.com/office/drawing/2014/main" id="{71C7612B-45BE-43C6-9BFF-BECCDB1C04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52">
            <a:extLst xmlns:a="http://schemas.openxmlformats.org/drawingml/2006/main">
              <a:ext uri="{FF2B5EF4-FFF2-40B4-BE49-F238E27FC236}">
                <a16:creationId xmlns:a16="http://schemas.microsoft.com/office/drawing/2014/main" id="{6D9F8C13-E65B-48CC-9AE4-0E674D01C6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53">
            <a:extLst xmlns:a="http://schemas.openxmlformats.org/drawingml/2006/main">
              <a:ext uri="{FF2B5EF4-FFF2-40B4-BE49-F238E27FC236}">
                <a16:creationId xmlns:a16="http://schemas.microsoft.com/office/drawing/2014/main" id="{FE40F1DB-BF19-412F-99B5-E52B408B86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4693389"/>
            <a:ext cx="11029616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53">
            <a:extLst xmlns:a="http://schemas.openxmlformats.org/drawingml/2006/main">
              <a:ext uri="{FF2B5EF4-FFF2-40B4-BE49-F238E27FC236}">
                <a16:creationId xmlns:a16="http://schemas.microsoft.com/office/drawing/2014/main" id="{061DACDE-73F5-41D1-A5D0-4175AC1FAEA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447817" y="599725"/>
            <a:ext cx="11290859" cy="3557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53">
            <a:extLst xmlns:a="http://schemas.openxmlformats.org/drawingml/2006/main">
              <a:ext uri="{FF2B5EF4-FFF2-40B4-BE49-F238E27FC236}">
                <a16:creationId xmlns:a16="http://schemas.microsoft.com/office/drawing/2014/main" id="{DCE36001-0315-4E88-BBB8-F2243A3545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5260127"/>
            <a:ext cx="11029617" cy="59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53">
            <a:extLst xmlns:a="http://schemas.openxmlformats.org/drawingml/2006/main">
              <a:ext uri="{FF2B5EF4-FFF2-40B4-BE49-F238E27FC236}">
                <a16:creationId xmlns:a16="http://schemas.microsoft.com/office/drawing/2014/main" id="{EFB92BCB-7165-46A6-8AE3-5E0B97FDCC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53">
            <a:extLst xmlns:a="http://schemas.openxmlformats.org/drawingml/2006/main">
              <a:ext uri="{FF2B5EF4-FFF2-40B4-BE49-F238E27FC236}">
                <a16:creationId xmlns:a16="http://schemas.microsoft.com/office/drawing/2014/main" id="{8F0D7E44-3EF0-4FA7-8BDB-5B23F508AE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53">
            <a:extLst xmlns:a="http://schemas.openxmlformats.org/drawingml/2006/main">
              <a:ext uri="{FF2B5EF4-FFF2-40B4-BE49-F238E27FC236}">
                <a16:creationId xmlns:a16="http://schemas.microsoft.com/office/drawing/2014/main" id="{42859624-3DA2-4025-8BEE-1EEACB439C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54">
            <a:extLst xmlns:a="http://schemas.openxmlformats.org/drawingml/2006/main">
              <a:ext uri="{FF2B5EF4-FFF2-40B4-BE49-F238E27FC236}">
                <a16:creationId xmlns:a16="http://schemas.microsoft.com/office/drawing/2014/main" id="{03468C5A-88D6-4A4C-BBDC-77B858D7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 xmlns:a="http://schemas.openxmlformats.org/drawingml/2006/main">
              <a:ext uri="{FF2B5EF4-FFF2-40B4-BE49-F238E27FC236}">
                <a16:creationId xmlns:a16="http://schemas.microsoft.com/office/drawing/2014/main" id="{C38EF062-CE41-4E56-AA64-0AE8CA85E0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54">
            <a:extLst xmlns:a="http://schemas.openxmlformats.org/drawingml/2006/main">
              <a:ext uri="{FF2B5EF4-FFF2-40B4-BE49-F238E27FC236}">
                <a16:creationId xmlns:a16="http://schemas.microsoft.com/office/drawing/2014/main" id="{D1C2769B-2F77-494B-B5CE-DF37CC6682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4334603" y="-1417408"/>
            <a:ext cx="3522794" cy="1102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54">
            <a:extLst xmlns:a="http://schemas.openxmlformats.org/drawingml/2006/main">
              <a:ext uri="{FF2B5EF4-FFF2-40B4-BE49-F238E27FC236}">
                <a16:creationId xmlns:a16="http://schemas.microsoft.com/office/drawing/2014/main" id="{C0202F61-654C-400D-B437-6BAECD25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54">
            <a:extLst xmlns:a="http://schemas.openxmlformats.org/drawingml/2006/main">
              <a:ext uri="{FF2B5EF4-FFF2-40B4-BE49-F238E27FC236}">
                <a16:creationId xmlns:a16="http://schemas.microsoft.com/office/drawing/2014/main" id="{9B1AF221-CF0C-43F5-8ECC-A47C4BE252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54">
            <a:extLst xmlns:a="http://schemas.openxmlformats.org/drawingml/2006/main">
              <a:ext uri="{FF2B5EF4-FFF2-40B4-BE49-F238E27FC236}">
                <a16:creationId xmlns:a16="http://schemas.microsoft.com/office/drawing/2014/main" id="{A3B6E066-2920-400B-ABBD-194544AA7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55">
            <a:extLst xmlns:a="http://schemas.openxmlformats.org/drawingml/2006/main">
              <a:ext uri="{FF2B5EF4-FFF2-40B4-BE49-F238E27FC236}">
                <a16:creationId xmlns:a16="http://schemas.microsoft.com/office/drawing/2014/main" id="{E69CB720-1EA3-41DB-B965-7890B9D9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1" y="599725"/>
            <a:ext cx="2906817" cy="58169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 xmlns:a="http://schemas.openxmlformats.org/drawingml/2006/main">
              <a:ext uri="{FF2B5EF4-FFF2-40B4-BE49-F238E27FC236}">
                <a16:creationId xmlns:a16="http://schemas.microsoft.com/office/drawing/2014/main" id="{03771F2A-C701-4CBC-BECB-8E1FFEC4C4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249746" y="2265181"/>
            <a:ext cx="5183073" cy="200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8" name="Google Shape;88;p55">
            <a:extLst xmlns:a="http://schemas.openxmlformats.org/drawingml/2006/main">
              <a:ext uri="{FF2B5EF4-FFF2-40B4-BE49-F238E27FC236}">
                <a16:creationId xmlns:a16="http://schemas.microsoft.com/office/drawing/2014/main" id="{61209296-AE15-4408-9417-D3E5158E8D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131526" y="-680877"/>
            <a:ext cx="5183073" cy="7896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9" name="Google Shape;89;p55">
            <a:extLst xmlns:a="http://schemas.openxmlformats.org/drawingml/2006/main">
              <a:ext uri="{FF2B5EF4-FFF2-40B4-BE49-F238E27FC236}">
                <a16:creationId xmlns:a16="http://schemas.microsoft.com/office/drawing/2014/main" id="{ADEEDEAB-444A-40E8-91D7-939B1C2A5B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993673" y="5956137"/>
            <a:ext cx="1328141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55">
            <a:extLst xmlns:a="http://schemas.openxmlformats.org/drawingml/2006/main">
              <a:ext uri="{FF2B5EF4-FFF2-40B4-BE49-F238E27FC236}">
                <a16:creationId xmlns:a16="http://schemas.microsoft.com/office/drawing/2014/main" id="{7502D426-5355-4074-9DC4-A52F04B3B1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74923" y="5951811"/>
            <a:ext cx="789627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1" name="Google Shape;91;p55">
            <a:extLst xmlns:a="http://schemas.openxmlformats.org/drawingml/2006/main">
              <a:ext uri="{FF2B5EF4-FFF2-40B4-BE49-F238E27FC236}">
                <a16:creationId xmlns:a16="http://schemas.microsoft.com/office/drawing/2014/main" id="{0DD6D9CD-B23E-42A1-809A-2A59800F78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446615" y="5956137"/>
            <a:ext cx="1164195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81e4107a2784958" Type="http://schemas.openxmlformats.org/officeDocument/2006/relationships/slideLayout" Target="../slideLayouts/slideLayout9.xml"/><Relationship Id="R1559176afb61479d" Type="http://schemas.openxmlformats.org/officeDocument/2006/relationships/slideLayout" Target="../slideLayouts/slideLayout2.xml"/><Relationship Id="R1b878d2098ff4c2d" Type="http://schemas.openxmlformats.org/officeDocument/2006/relationships/slideLayout" Target="../slideLayouts/slideLayout8.xml"/><Relationship Id="R30551e17ac8b404b" Type="http://schemas.openxmlformats.org/officeDocument/2006/relationships/slideLayout" Target="../slideLayouts/slideLayout5.xml"/><Relationship Id="R4cb52acb31f3478d" Type="http://schemas.openxmlformats.org/officeDocument/2006/relationships/slideLayout" Target="../slideLayouts/slideLayout3.xml"/><Relationship Id="R64de97dfdc604d51" Type="http://schemas.openxmlformats.org/officeDocument/2006/relationships/slideLayout" Target="../slideLayouts/slideLayout6.xml"/><Relationship Id="R748c15cb2dcb4c0a" Type="http://schemas.openxmlformats.org/officeDocument/2006/relationships/slideLayout" Target="../slideLayouts/slideLayout4.xml"/><Relationship Id="R95173ccf02be4be2" Type="http://schemas.openxmlformats.org/officeDocument/2006/relationships/slideLayout" Target="../slideLayouts/slideLayout1.xml"/><Relationship Id="Rb2ae4fe06fad4ca8" Type="http://schemas.openxmlformats.org/officeDocument/2006/relationships/slideLayout" Target="../slideLayouts/slideLayout10.xml"/><Relationship Id="Rb9ced659e44d474a" Type="http://schemas.openxmlformats.org/officeDocument/2006/relationships/theme" Target="theme/theme2.xml"/><Relationship Id="Rf171be318d364e3b" Type="http://schemas.openxmlformats.org/officeDocument/2006/relationships/slideLayout" Target="../slideLayouts/slideLayout7.xml"/><Relationship Id="Rf5718f0ec7bc4fbf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4">
            <a:extLst xmlns:a="http://schemas.openxmlformats.org/drawingml/2006/main">
              <a:ext uri="{FF2B5EF4-FFF2-40B4-BE49-F238E27FC236}">
                <a16:creationId xmlns:a16="http://schemas.microsoft.com/office/drawing/2014/main" id="{28BC7AC6-7EB3-464A-8784-CB739CBB9F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5124"/>
            <a:ext cx="11029616" cy="1189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44">
            <a:extLst xmlns:a="http://schemas.openxmlformats.org/drawingml/2006/main">
              <a:ext uri="{FF2B5EF4-FFF2-40B4-BE49-F238E27FC236}">
                <a16:creationId xmlns:a16="http://schemas.microsoft.com/office/drawing/2014/main" id="{1AE3E04F-CC4F-4463-955A-09E6F3782F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336003"/>
            <a:ext cx="11029616" cy="3522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44">
            <a:extLst xmlns:a="http://schemas.openxmlformats.org/drawingml/2006/main">
              <a:ext uri="{FF2B5EF4-FFF2-40B4-BE49-F238E27FC236}">
                <a16:creationId xmlns:a16="http://schemas.microsoft.com/office/drawing/2014/main" id="{AB2F1B22-6333-4C66-AA79-3225A6B627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" name="Google Shape;9;p44">
            <a:extLst xmlns:a="http://schemas.openxmlformats.org/drawingml/2006/main">
              <a:ext uri="{FF2B5EF4-FFF2-40B4-BE49-F238E27FC236}">
                <a16:creationId xmlns:a16="http://schemas.microsoft.com/office/drawing/2014/main" id="{B72B0364-F582-4558-98B6-6DCD1ADE14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44">
            <a:extLst xmlns:a="http://schemas.openxmlformats.org/drawingml/2006/main">
              <a:ext uri="{FF2B5EF4-FFF2-40B4-BE49-F238E27FC236}">
                <a16:creationId xmlns:a16="http://schemas.microsoft.com/office/drawing/2014/main" id="{834E625B-5E90-460C-B2A9-8D5293E0F8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 xmlns:a="http://schemas.openxmlformats.org/drawingml/2006/main">
              <a:ext uri="{FF2B5EF4-FFF2-40B4-BE49-F238E27FC236}">
                <a16:creationId xmlns:a16="http://schemas.microsoft.com/office/drawing/2014/main" id="{55D2A79D-BCB1-401A-B50E-4CEE4F0A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457200"/>
            <a:ext cx="3703320" cy="949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 xmlns:a="http://schemas.openxmlformats.org/drawingml/2006/main">
              <a:ext uri="{FF2B5EF4-FFF2-40B4-BE49-F238E27FC236}">
                <a16:creationId xmlns:a16="http://schemas.microsoft.com/office/drawing/2014/main" id="{DC4D634B-B635-4B26-B8ED-28068DF4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147" y="453643"/>
            <a:ext cx="3703320" cy="9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 xmlns:a="http://schemas.openxmlformats.org/drawingml/2006/main">
              <a:ext uri="{FF2B5EF4-FFF2-40B4-BE49-F238E27FC236}">
                <a16:creationId xmlns:a16="http://schemas.microsoft.com/office/drawing/2014/main" id="{4A18FF3E-8485-45E6-A6DF-E8B36086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30" y="457200"/>
            <a:ext cx="37033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173ccf02be4be2"/>
    <p:sldLayoutId xmlns:r="http://schemas.openxmlformats.org/officeDocument/2006/relationships" id="2147483650" r:id="R1559176afb61479d"/>
    <p:sldLayoutId xmlns:r="http://schemas.openxmlformats.org/officeDocument/2006/relationships" id="2147483651" r:id="R4cb52acb31f3478d"/>
    <p:sldLayoutId xmlns:r="http://schemas.openxmlformats.org/officeDocument/2006/relationships" id="2147483652" r:id="R748c15cb2dcb4c0a"/>
    <p:sldLayoutId xmlns:r="http://schemas.openxmlformats.org/officeDocument/2006/relationships" id="2147483653" r:id="R30551e17ac8b404b"/>
    <p:sldLayoutId xmlns:r="http://schemas.openxmlformats.org/officeDocument/2006/relationships" id="2147483654" r:id="R64de97dfdc604d51"/>
    <p:sldLayoutId xmlns:r="http://schemas.openxmlformats.org/officeDocument/2006/relationships" id="2147483655" r:id="Rf171be318d364e3b"/>
    <p:sldLayoutId xmlns:r="http://schemas.openxmlformats.org/officeDocument/2006/relationships" id="2147483656" r:id="R1b878d2098ff4c2d"/>
    <p:sldLayoutId xmlns:r="http://schemas.openxmlformats.org/officeDocument/2006/relationships" id="2147483657" r:id="R081e4107a2784958"/>
    <p:sldLayoutId xmlns:r="http://schemas.openxmlformats.org/officeDocument/2006/relationships" id="2147483658" r:id="Rb2ae4fe06fad4ca8"/>
    <p:sldLayoutId xmlns:r="http://schemas.openxmlformats.org/officeDocument/2006/relationships" id="2147483659" r:id="Rf5718f0ec7bc4fbf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0f097826c224028" Type="http://schemas.openxmlformats.org/officeDocument/2006/relationships/slideLayout" Target="../slideLayouts/slideLayout1.xml"/><Relationship Id="Rec8b675dfb2248fd" Type="http://schemas.openxmlformats.org/officeDocument/2006/relationships/image" Target="../media/image.png"/><Relationship Id="Rf15f9af1a16f43ec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261a929be594779" Type="http://schemas.openxmlformats.org/officeDocument/2006/relationships/notesSlide" Target="../notesSlides/notesSlide2.xml"/><Relationship Id="R28c838331f004b33" Type="http://schemas.openxmlformats.org/officeDocument/2006/relationships/image" Target="../media/image2.png"/><Relationship Id="Raae5c6aa37c842b8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1c8e0a8846004de5" Type="http://schemas.openxmlformats.org/officeDocument/2006/relationships/notesSlide" Target="../notesSlides/notesSlide3.xml"/><Relationship Id="R60beaab149fa406c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86c254c06824730" Type="http://schemas.openxmlformats.org/officeDocument/2006/relationships/image" Target="../media/image5.png"/><Relationship Id="R107a01d52c4a4c50" Type="http://schemas.openxmlformats.org/officeDocument/2006/relationships/notesSlide" Target="../notesSlides/notesSlide4.xml"/><Relationship Id="Rd5d3bbc81f0d481e" Type="http://schemas.openxmlformats.org/officeDocument/2006/relationships/image" Target="../media/image3.png"/><Relationship Id="Re5052dfd00ee4195" Type="http://schemas.openxmlformats.org/officeDocument/2006/relationships/image" Target="../media/image4.png"/><Relationship Id="Rfb6cab1d0cfa403c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00fbda7948214e73" Type="http://schemas.openxmlformats.org/officeDocument/2006/relationships/slideLayout" Target="../slideLayouts/slideLayout2.xml"/><Relationship Id="R1fc19bcd3e8c4d55" Type="http://schemas.openxmlformats.org/officeDocument/2006/relationships/notesSlide" Target="../notesSlides/notesSlide5.xml"/><Relationship Id="Rac2382d5f4cd4162" Type="http://schemas.openxmlformats.org/officeDocument/2006/relationships/image" Target="../media/image6.png"/><Relationship Id="Rfea51a6d94e64e7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0b51d27f2f4c4824" Type="http://schemas.openxmlformats.org/officeDocument/2006/relationships/image" Target="../media/image8.png"/><Relationship Id="R5fac8e44ba6c4da5" Type="http://schemas.openxmlformats.org/officeDocument/2006/relationships/notesSlide" Target="../notesSlides/notesSlide6.xml"/><Relationship Id="R736712ae4ff1407e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7.xml.rels><?xml version='1.0' encoding='UTF-8' standalone='yes'?>
<Relationships xmlns="http://schemas.openxmlformats.org/package/2006/relationships"><Relationship Id="Rc2da3f3d135b43ea" Type="http://schemas.openxmlformats.org/officeDocument/2006/relationships/slideLayout" Target="../slideLayouts/slideLayout2.xml"/><Relationship Id="Rcac23ae9ad514c69" Type="http://schemas.openxmlformats.org/officeDocument/2006/relationships/notesSlide" Target="../notesSlides/notesSlide7.xml"/><Relationship Id="Rfd8e33fb8d2a4381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0633fedf90fb4bd4" Type="http://schemas.openxmlformats.org/officeDocument/2006/relationships/image" Target="../media/image11.png"/><Relationship Id="R1ab59312fb654959" Type="http://schemas.openxmlformats.org/officeDocument/2006/relationships/slideLayout" Target="../slideLayouts/slideLayout2.xml"/><Relationship Id="R335ce263b4c04169" Type="http://schemas.openxmlformats.org/officeDocument/2006/relationships/image" Target="../media/image14.png"/><Relationship Id="R4e9f70b949164643" Type="http://schemas.openxmlformats.org/officeDocument/2006/relationships/image" Target="../media/image10.png"/><Relationship Id="R6e3f254adc7f47ab" Type="http://schemas.openxmlformats.org/officeDocument/2006/relationships/image" Target="../media/image12.png"/><Relationship Id="R929b45db2c034d94" Type="http://schemas.openxmlformats.org/officeDocument/2006/relationships/notesSlide" Target="../notesSlides/notesSlide8.xml"/><Relationship Id="Rc4cb22cc0dfd4261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7536629338a54521" Type="http://schemas.openxmlformats.org/officeDocument/2006/relationships/notesSlide" Target="../notesSlides/notesSlide9.xml"/><Relationship Id="R8e06cb91256949d1" Type="http://schemas.openxmlformats.org/officeDocument/2006/relationships/image" Target="../media/image16.png"/><Relationship Id="R931d40046bbf4f9c" Type="http://schemas.openxmlformats.org/officeDocument/2006/relationships/image" Target="../media/image15.png"/><Relationship Id="Rff1672d1ce9d44b7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347d450d6ad5457b" Type="http://schemas.openxmlformats.org/officeDocument/2006/relationships/notesSlide" Target="../notesSlides/notesSlide10.xml"/><Relationship Id="Raca5b530b96e48e7" Type="http://schemas.openxmlformats.org/officeDocument/2006/relationships/image" Target="../media/image18.png"/><Relationship Id="Rc7c14d73b3934ad9" Type="http://schemas.openxmlformats.org/officeDocument/2006/relationships/slideLayout" Target="../slideLayouts/slideLayout2.xml"/><Relationship Id="Re676b0494856421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1258f6a8b81a48b5" Type="http://schemas.openxmlformats.org/officeDocument/2006/relationships/slideLayout" Target="../slideLayouts/slideLayout2.xml"/><Relationship Id="R32c56587bdc04614" Type="http://schemas.openxmlformats.org/officeDocument/2006/relationships/image" Target="../media/image19.png"/><Relationship Id="Rcdf0137fbbdc429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63d0649e2ae4765" Type="http://schemas.openxmlformats.org/officeDocument/2006/relationships/slideLayout" Target="../slideLayouts/slideLayout2.xml"/><Relationship Id="R2ced1e777fd34e6e" Type="http://schemas.openxmlformats.org/officeDocument/2006/relationships/notesSlide" Target="../notesSlides/notesSlide12.xml"/><Relationship Id="R30b0043819ff4209" Type="http://schemas.openxmlformats.org/officeDocument/2006/relationships/image" Target="../media/image20.png"/><Relationship Id="R4868496c92f1431d" Type="http://schemas.openxmlformats.org/officeDocument/2006/relationships/image" Target="../media/image23.png"/><Relationship Id="R506d478d01b346fd" Type="http://schemas.openxmlformats.org/officeDocument/2006/relationships/image" Target="../media/image22.png"/><Relationship Id="Rad82e751dd4d44a7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313a93a99e4c49fe" Type="http://schemas.openxmlformats.org/officeDocument/2006/relationships/slideLayout" Target="../slideLayouts/slideLayout2.xml"/><Relationship Id="R990423821bb54d90" Type="http://schemas.openxmlformats.org/officeDocument/2006/relationships/notesSlide" Target="../notesSlides/notesSlide13.xml"/><Relationship Id="Rd883cd014c4c4d7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086ee6eb1dff4f87" Type="http://schemas.openxmlformats.org/officeDocument/2006/relationships/notesSlide" Target="../notesSlides/notesSlide14.xml"/><Relationship Id="R353aa0d4eff14b74" Type="http://schemas.openxmlformats.org/officeDocument/2006/relationships/image" Target="../media/image27.png"/><Relationship Id="R81e6a4d4827d4492" Type="http://schemas.openxmlformats.org/officeDocument/2006/relationships/image" Target="../media/image24.png"/><Relationship Id="Rd1171455aed540fc" Type="http://schemas.openxmlformats.org/officeDocument/2006/relationships/image" Target="../media/image26.png"/><Relationship Id="Red2fca127f154608" Type="http://schemas.openxmlformats.org/officeDocument/2006/relationships/slideLayout" Target="../slideLayouts/slideLayout2.xml"/><Relationship Id="Rf11fbc060fa3412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03a3326f33594108" Type="http://schemas.openxmlformats.org/officeDocument/2006/relationships/notesSlide" Target="../notesSlides/notesSlide15.xml"/><Relationship Id="R66ecfc4cb38e4161" Type="http://schemas.openxmlformats.org/officeDocument/2006/relationships/slideLayout" Target="../slideLayouts/slideLayout2.xml"/><Relationship Id="R6940653fbf1e4adb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16ccf53bd83b4487" Type="http://schemas.openxmlformats.org/officeDocument/2006/relationships/notesSlide" Target="../notesSlides/notesSlide16.xml"/><Relationship Id="Rccbed6981cbd4094" Type="http://schemas.openxmlformats.org/officeDocument/2006/relationships/image" Target="../media/image29.png"/><Relationship Id="Rf1a22e5d193249e5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1009a739923749c0" Type="http://schemas.openxmlformats.org/officeDocument/2006/relationships/image" Target="../media/image30.png"/><Relationship Id="R45a52ab39c054e01" Type="http://schemas.openxmlformats.org/officeDocument/2006/relationships/slideLayout" Target="../slideLayouts/slideLayout2.xml"/><Relationship Id="Rafbac3c652724cae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7cffee4d3a6c418d" Type="http://schemas.openxmlformats.org/officeDocument/2006/relationships/image" Target="../media/image31.png"/><Relationship Id="R7f1f129ad38c4108" Type="http://schemas.openxmlformats.org/officeDocument/2006/relationships/slideLayout" Target="../slideLayouts/slideLayout2.xml"/><Relationship Id="R9e46029edfe24922" Type="http://schemas.openxmlformats.org/officeDocument/2006/relationships/image" Target="../media/image32.png"/><Relationship Id="Rad822444057e47a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0ff9f4ec82c447ce" Type="http://schemas.openxmlformats.org/officeDocument/2006/relationships/slideLayout" Target="../slideLayouts/slideLayout2.xml"/><Relationship Id="Rb019c6554bf3489e" Type="http://schemas.openxmlformats.org/officeDocument/2006/relationships/notesSlide" Target="../notesSlides/notesSlide19.xml"/><Relationship Id="Rb389491cc6ed485d" Type="http://schemas.openxmlformats.org/officeDocument/2006/relationships/image" Target="../media/image34.png"/><Relationship Id="Rd12af267155e4dff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46e4107c136545e0" Type="http://schemas.openxmlformats.org/officeDocument/2006/relationships/image" Target="../media/image35.png"/><Relationship Id="Rb20fd7cd465e47c9" Type="http://schemas.openxmlformats.org/officeDocument/2006/relationships/notesSlide" Target="../notesSlides/notesSlide20.xml"/><Relationship Id="Rb8d4fae84beb4c4c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3b079522a5564a2a" Type="http://schemas.openxmlformats.org/officeDocument/2006/relationships/slideLayout" Target="../slideLayouts/slideLayout2.xml"/><Relationship Id="Rd2bcce7b0446454f" Type="http://schemas.openxmlformats.org/officeDocument/2006/relationships/image" Target="../media/image36.png"/><Relationship Id="Re7bb711e28ca4779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4469e709ade24598" Type="http://schemas.openxmlformats.org/officeDocument/2006/relationships/slideLayout" Target="../slideLayouts/slideLayout2.xml"/><Relationship Id="R584f731b58bc483f" Type="http://schemas.openxmlformats.org/officeDocument/2006/relationships/notesSlide" Target="../notesSlides/notesSlide22.xml"/><Relationship Id="Rb44173acdf624bcb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3e661b1862a44f54" Type="http://schemas.openxmlformats.org/officeDocument/2006/relationships/notesSlide" Target="../notesSlides/notesSlide23.xml"/><Relationship Id="Rbe0122d025764f82" Type="http://schemas.openxmlformats.org/officeDocument/2006/relationships/image" Target="../media/image38.png"/><Relationship Id="Rd87ab1e550294e67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06b185196c644d10" Type="http://schemas.openxmlformats.org/officeDocument/2006/relationships/notesSlide" Target="../notesSlides/notesSlide24.xml"/><Relationship Id="R2a4dd7550d684c36" Type="http://schemas.openxmlformats.org/officeDocument/2006/relationships/slideLayout" Target="../slideLayouts/slideLayout2.xml"/><Relationship Id="R595a486ccf2a44ce" Type="http://schemas.openxmlformats.org/officeDocument/2006/relationships/image" Target="../media/image41.png"/><Relationship Id="Rda758a5aca38497b" Type="http://schemas.openxmlformats.org/officeDocument/2006/relationships/image" Target="../media/image39.png"/><Relationship Id="Re3a29f16ad0141ca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50793a3836ef4570" Type="http://schemas.openxmlformats.org/officeDocument/2006/relationships/image" Target="../media/image42.png"/><Relationship Id="Rcf6ea67ac2724c94" Type="http://schemas.openxmlformats.org/officeDocument/2006/relationships/notesSlide" Target="../notesSlides/notesSlide25.xml"/><Relationship Id="Rfaad8cbc62064036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349977e7c95043ef" Type="http://schemas.openxmlformats.org/officeDocument/2006/relationships/image" Target="../media/image43.png"/><Relationship Id="Ra3037a1515474170" Type="http://schemas.openxmlformats.org/officeDocument/2006/relationships/slideLayout" Target="../slideLayouts/slideLayout2.xml"/><Relationship Id="Rce6e6eed2ccc4fe1" Type="http://schemas.openxmlformats.org/officeDocument/2006/relationships/image" Target="../media/image44.png"/><Relationship Id="Rd8c5f49a9d424fe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3e68be492fd84903" Type="http://schemas.openxmlformats.org/officeDocument/2006/relationships/notesSlide" Target="../notesSlides/notesSlide27.xml"/><Relationship Id="R9288d68af4814990" Type="http://schemas.openxmlformats.org/officeDocument/2006/relationships/image" Target="../media/image45.png"/><Relationship Id="Rb545693c06944b28" Type="http://schemas.openxmlformats.org/officeDocument/2006/relationships/slideLayout" Target="../slideLayouts/slideLayout2.xml"/><Relationship Id="Rdd7c53a1c920477a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4075aa9ba59f4715" Type="http://schemas.openxmlformats.org/officeDocument/2006/relationships/image" Target="../media/image48.png"/><Relationship Id="R72fbdf1e33234542" Type="http://schemas.openxmlformats.org/officeDocument/2006/relationships/slideLayout" Target="../slideLayouts/slideLayout2.xml"/><Relationship Id="R9f800599c6414d7a" Type="http://schemas.openxmlformats.org/officeDocument/2006/relationships/image" Target="../media/image47.png"/><Relationship Id="Reb8ab0c10854409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b7d7fec5d51416e" Type="http://schemas.openxmlformats.org/officeDocument/2006/relationships/notesSlide" Target="../notesSlides/notesSlide29.xml"/><Relationship Id="R630d6820c6b84277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55674307b82c40c1" Type="http://schemas.openxmlformats.org/officeDocument/2006/relationships/notesSlide" Target="../notesSlides/notesSlide30.xml"/><Relationship Id="Rd0210ac942ae440a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A3D3BC27-38C9-4577-B9CA-B341FC7157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99226" y="3158569"/>
            <a:ext cx="10993549" cy="1578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 fontScale="90345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endParaRPr/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CONVERSOR DE UNIDADES</a:t>
            </a:r>
            <a:endParaRPr/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REST JAVA</a:t>
            </a:r>
            <a:endParaRPr/>
          </a:p>
        </p:txBody>
      </p:sp>
      <p:sp>
        <p:nvSpPr>
          <p:cNvPr id="97" name="Google Shape;97;p1">
            <a:extLst xmlns:a="http://schemas.openxmlformats.org/drawingml/2006/main">
              <a:ext uri="{FF2B5EF4-FFF2-40B4-BE49-F238E27FC236}">
                <a16:creationId xmlns:a16="http://schemas.microsoft.com/office/drawing/2014/main" id="{B45318DE-2B33-4B0F-9B21-BCBF45B8DE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99226" y="4572000"/>
            <a:ext cx="4261531" cy="1812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>INTEGRANTES:  Parra Rosales Sebastián Enrique</a:t>
            </a:r>
            <a:endParaRPr b="1"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Sagnay Pilamunga Luis Eduardo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Yépez Morán Jefferson David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 xmlns:a="http://schemas.openxmlformats.org/drawingml/2006/main">
              <a:ext uri="{FF2B5EF4-FFF2-40B4-BE49-F238E27FC236}">
                <a16:creationId xmlns:a16="http://schemas.microsoft.com/office/drawing/2014/main" id="{CF0005BE-44E9-4814-B7A8-B47DC0217A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8b675dfb2248f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597" y="716302"/>
            <a:ext cx="11647502" cy="2193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">
            <a:extLst xmlns:a="http://schemas.openxmlformats.org/drawingml/2006/main">
              <a:ext uri="{FF2B5EF4-FFF2-40B4-BE49-F238E27FC236}">
                <a16:creationId xmlns:a16="http://schemas.microsoft.com/office/drawing/2014/main" id="{9CD1E8BB-8354-4AD6-B770-62910AE3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01806"/>
            <a:ext cx="4572000" cy="12353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 08/10/2026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ING: Eduardo Mauricio Campaña Ortega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0" name="Google Shape;100;p1">
            <a:extLst xmlns:a="http://schemas.openxmlformats.org/drawingml/2006/main">
              <a:ext uri="{FF2B5EF4-FFF2-40B4-BE49-F238E27FC236}">
                <a16:creationId xmlns:a16="http://schemas.microsoft.com/office/drawing/2014/main" id="{111340CB-9A53-468E-BAB9-D0074805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4177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2">
            <a:extLst xmlns:a="http://schemas.openxmlformats.org/drawingml/2006/main">
              <a:ext uri="{FF2B5EF4-FFF2-40B4-BE49-F238E27FC236}">
                <a16:creationId xmlns:a16="http://schemas.microsoft.com/office/drawing/2014/main" id="{BFEC824B-B37F-4C9F-9487-AFC41E7C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4406"/>
            <a:ext cx="12192000" cy="624359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 xmlns:a="http://schemas.openxmlformats.org/drawingml/2006/main">
              <a:ext uri="{FF2B5EF4-FFF2-40B4-BE49-F238E27FC236}">
                <a16:creationId xmlns:a16="http://schemas.microsoft.com/office/drawing/2014/main" id="{108AD997-5CC0-4B49-9372-403A26D0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7" y="614407"/>
            <a:ext cx="3707477" cy="56117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 xmlns:a="http://schemas.openxmlformats.org/drawingml/2006/main">
              <a:ext uri="{FF2B5EF4-FFF2-40B4-BE49-F238E27FC236}">
                <a16:creationId xmlns:a16="http://schemas.microsoft.com/office/drawing/2014/main" id="{7219CC9D-242A-4E8E-93F5-D852BED951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6348" y="701336"/>
            <a:ext cx="3389726" cy="5424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CREACIÓN DEL SERVIDOR REST EN JAVA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  <a:endParaRPr/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sp>
        <p:nvSpPr>
          <p:cNvPr id="109" name="Google Shape;109;p2">
            <a:extLst xmlns:a="http://schemas.openxmlformats.org/drawingml/2006/main">
              <a:ext uri="{FF2B5EF4-FFF2-40B4-BE49-F238E27FC236}">
                <a16:creationId xmlns:a16="http://schemas.microsoft.com/office/drawing/2014/main" id="{0309BD7F-22B3-49D1-8D8B-024097B8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 xmlns:a="http://schemas.openxmlformats.org/drawingml/2006/main" xmlns:r="http://schemas.openxmlformats.org/officeDocument/2006/relationships">
        <p:nvPicPr>
          <p:cNvPr id="110" name="Picture 109" descr="DiagramaArquitec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516" y="1933575"/>
            <a:ext cx="5881642" cy="300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3395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3">
            <a:extLst xmlns:a="http://schemas.openxmlformats.org/drawingml/2006/main">
              <a:ext uri="{FF2B5EF4-FFF2-40B4-BE49-F238E27FC236}">
                <a16:creationId xmlns:a16="http://schemas.microsoft.com/office/drawing/2014/main" id="{81065105-8CCE-4BB9-977C-8268478598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15" name="Google Shape;115;p3">
            <a:extLst xmlns:a="http://schemas.openxmlformats.org/drawingml/2006/main">
              <a:ext uri="{FF2B5EF4-FFF2-40B4-BE49-F238E27FC236}">
                <a16:creationId xmlns:a16="http://schemas.microsoft.com/office/drawing/2014/main" id="{E56724D6-6BD7-435B-B435-2DE44AAB7C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441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 OBJETIVO</a:t>
            </a:r>
            <a:endParaRPr/>
          </a:p>
          <a:p xmlns:a="http://schemas.openxmlformats.org/drawingml/2006/main">
            <a:pPr marL="342900" marR="0" lvl="0" indent="-237744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r>
              <a:t/>
            </a:r>
            <a:endParaRPr sz="1800">
              <a:latin typeface="Cambria"/>
              <a:ea typeface="Cambria"/>
              <a:cs typeface="Cambria"/>
            </a:endParaRPr>
          </a:p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>
                <a:latin typeface="Cambria"/>
                <a:ea typeface="Cambria"/>
                <a:cs typeface="Cambria"/>
              </a:rPr>
              <a:t>Implementar un servicio REST en Java que centralice la autenticación, el catálogo y las conversiones de longitud, masa y temperatura, para que los clientes de consola, escritorio, web y Android utilicen el mismo backend sin base de datos.</a:t>
            </a:r>
          </a:p>
        </p:txBody>
      </p:sp>
      <p:sp>
        <p:nvSpPr>
          <p:cNvPr id="116" name="Google Shape;116;p3">
            <a:extLst xmlns:a="http://schemas.openxmlformats.org/drawingml/2006/main">
              <a:ext uri="{FF2B5EF4-FFF2-40B4-BE49-F238E27FC236}">
                <a16:creationId xmlns:a16="http://schemas.microsoft.com/office/drawing/2014/main" id="{570DFF06-AF3E-421D-AF8D-C398E7B8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3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60431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g2d6d00c5bd2_0_0">
            <a:extLst xmlns:a="http://schemas.openxmlformats.org/drawingml/2006/main">
              <a:ext uri="{FF2B5EF4-FFF2-40B4-BE49-F238E27FC236}">
                <a16:creationId xmlns:a16="http://schemas.microsoft.com/office/drawing/2014/main" id="{D05DCEC7-19D9-4162-88BA-C10BE50C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Fondo blanco del contenido S4">
            <a:extLst xmlns:a="http://schemas.openxmlformats.org/drawingml/2006/main">
              <a:ext uri="{FF2B5EF4-FFF2-40B4-BE49-F238E27FC236}">
                <a16:creationId xmlns:a16="http://schemas.microsoft.com/office/drawing/2014/main" id="{FEBE8162-C7F9-45F5-9521-579D2BC2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Franja superior azul S4">
            <a:extLst xmlns:a="http://schemas.openxmlformats.org/drawingml/2006/main">
              <a:ext uri="{FF2B5EF4-FFF2-40B4-BE49-F238E27FC236}">
                <a16:creationId xmlns:a16="http://schemas.microsoft.com/office/drawing/2014/main" id="{39D9E7EC-A762-42CC-B02E-4CDED63F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Acento superior 1 S4">
            <a:extLst xmlns:a="http://schemas.openxmlformats.org/drawingml/2006/main">
              <a:ext uri="{FF2B5EF4-FFF2-40B4-BE49-F238E27FC236}">
                <a16:creationId xmlns:a16="http://schemas.microsoft.com/office/drawing/2014/main" id="{C823ECB7-1C40-433A-854B-1C246B42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Acento superior 2 S4">
            <a:extLst xmlns:a="http://schemas.openxmlformats.org/drawingml/2006/main">
              <a:ext uri="{FF2B5EF4-FFF2-40B4-BE49-F238E27FC236}">
                <a16:creationId xmlns:a16="http://schemas.microsoft.com/office/drawing/2014/main" id="{824D7EE9-FA03-4D14-ADD0-A9EE40F1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Acento superior 3 S4">
            <a:extLst xmlns:a="http://schemas.openxmlformats.org/drawingml/2006/main">
              <a:ext uri="{FF2B5EF4-FFF2-40B4-BE49-F238E27FC236}">
                <a16:creationId xmlns:a16="http://schemas.microsoft.com/office/drawing/2014/main" id="{A37A10BA-5B05-48F3-9F14-DEEF8283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ítulo de sección S4">
            <a:extLst xmlns:a="http://schemas.openxmlformats.org/drawingml/2006/main">
              <a:ext uri="{FF2B5EF4-FFF2-40B4-BE49-F238E27FC236}">
                <a16:creationId xmlns:a16="http://schemas.microsoft.com/office/drawing/2014/main" id="{0184A6B3-80D0-4479-AA28-DB9D8B10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30" name="Título del contenido S4">
            <a:extLst xmlns:a="http://schemas.openxmlformats.org/drawingml/2006/main">
              <a:ext uri="{FF2B5EF4-FFF2-40B4-BE49-F238E27FC236}">
                <a16:creationId xmlns:a16="http://schemas.microsoft.com/office/drawing/2014/main" id="{48D83C8D-47D9-4484-941C-E74C96FC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Servidor REST en Java</a:t>
            </a:r>
          </a:p>
        </p:txBody>
      </p:sp>
      <p:sp>
        <p:nvSpPr>
          <p:cNvPr id="131" name="Texto del contenido S4">
            <a:extLst xmlns:a="http://schemas.openxmlformats.org/drawingml/2006/main">
              <a:ext uri="{FF2B5EF4-FFF2-40B4-BE49-F238E27FC236}">
                <a16:creationId xmlns:a16="http://schemas.microsoft.com/office/drawing/2014/main" id="{2725BC22-5BBC-4C5B-A11A-C3DA9800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backend Java 21 expone recursos Jakarta REST (JAX-RS) bajo /api y Maven lo empaqueta como WAR. Payara lo despliega sin base de datos.</a:t>
            </a:r>
          </a:p>
        </p:txBody>
      </p:sp>
      <p:sp>
        <p:nvSpPr>
          <p:cNvPr id="132" name="Marcador imagen S4">
            <a:extLst xmlns:a="http://schemas.openxmlformats.org/drawingml/2006/main">
              <a:ext uri="{FF2B5EF4-FFF2-40B4-BE49-F238E27FC236}">
                <a16:creationId xmlns:a16="http://schemas.microsoft.com/office/drawing/2014/main" id="{CC6C247A-896B-486D-9F73-2CED3B17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NetBeans: árbol del proyecto WS_CON_UNI_JAVA_REST y pom.xml con Java 21 y empaquetado WAR</a:t>
            </a:r>
          </a:p>
        </p:txBody>
      </p:sp>
    </p:spTree>
    <p:extLst>
      <p:ext uri="{BB962C8B-B14F-4D97-AF65-F5344CB8AC3E}">
        <p14:creationId xmlns:p14="http://schemas.microsoft.com/office/powerpoint/2010/main" val="194453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091BF3A5-AEDB-464C-A13E-19CA7975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Fondo blanco del contenido S5">
            <a:extLst xmlns:a="http://schemas.openxmlformats.org/drawingml/2006/main">
              <a:ext uri="{FF2B5EF4-FFF2-40B4-BE49-F238E27FC236}">
                <a16:creationId xmlns:a16="http://schemas.microsoft.com/office/drawing/2014/main" id="{05A93352-8CC6-462D-83BF-4FFC1458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Franja superior azul S5">
            <a:extLst xmlns:a="http://schemas.openxmlformats.org/drawingml/2006/main">
              <a:ext uri="{FF2B5EF4-FFF2-40B4-BE49-F238E27FC236}">
                <a16:creationId xmlns:a16="http://schemas.microsoft.com/office/drawing/2014/main" id="{7194CBD6-3B94-4F73-B6C6-278B32BF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Acento superior 1 S5">
            <a:extLst xmlns:a="http://schemas.openxmlformats.org/drawingml/2006/main">
              <a:ext uri="{FF2B5EF4-FFF2-40B4-BE49-F238E27FC236}">
                <a16:creationId xmlns:a16="http://schemas.microsoft.com/office/drawing/2014/main" id="{CCDCF1EA-54D2-44F0-B851-C9C46577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Acento superior 2 S5">
            <a:extLst xmlns:a="http://schemas.openxmlformats.org/drawingml/2006/main">
              <a:ext uri="{FF2B5EF4-FFF2-40B4-BE49-F238E27FC236}">
                <a16:creationId xmlns:a16="http://schemas.microsoft.com/office/drawing/2014/main" id="{ACF4D640-AFF5-4882-A3E4-C59D8143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Acento superior 3 S5">
            <a:extLst xmlns:a="http://schemas.openxmlformats.org/drawingml/2006/main">
              <a:ext uri="{FF2B5EF4-FFF2-40B4-BE49-F238E27FC236}">
                <a16:creationId xmlns:a16="http://schemas.microsoft.com/office/drawing/2014/main" id="{1F5F0D56-A6A5-4B42-B5CA-4D3AC69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Título de sección S5">
            <a:extLst xmlns:a="http://schemas.openxmlformats.org/drawingml/2006/main">
              <a:ext uri="{FF2B5EF4-FFF2-40B4-BE49-F238E27FC236}">
                <a16:creationId xmlns:a16="http://schemas.microsoft.com/office/drawing/2014/main" id="{A276F549-C305-44C9-9FB8-6B31E1BD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48" name="Título del contenido S5">
            <a:extLst xmlns:a="http://schemas.openxmlformats.org/drawingml/2006/main">
              <a:ext uri="{FF2B5EF4-FFF2-40B4-BE49-F238E27FC236}">
                <a16:creationId xmlns:a16="http://schemas.microsoft.com/office/drawing/2014/main" id="{65565816-C780-430C-99FA-828F92C0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Recursos y rutas de la API</a:t>
            </a:r>
          </a:p>
        </p:txBody>
      </p:sp>
      <p:sp>
        <p:nvSpPr>
          <p:cNvPr id="149" name="Texto del contenido S5">
            <a:extLst xmlns:a="http://schemas.openxmlformats.org/drawingml/2006/main">
              <a:ext uri="{FF2B5EF4-FFF2-40B4-BE49-F238E27FC236}">
                <a16:creationId xmlns:a16="http://schemas.microsoft.com/office/drawing/2014/main" id="{387EF7E7-9613-4AF8-8DFB-0C901278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AuthResource publica /auth/login y /auth/recover; CatalogResource, /catalog/categories y sus unidades; ConversionResource, /conversions. Todo viaja en JSON.</a:t>
            </a:r>
          </a:p>
        </p:txBody>
      </p:sp>
      <p:sp>
        <p:nvSpPr>
          <p:cNvPr id="150" name="Marcador imagen S5">
            <a:extLst xmlns:a="http://schemas.openxmlformats.org/drawingml/2006/main">
              <a:ext uri="{FF2B5EF4-FFF2-40B4-BE49-F238E27FC236}">
                <a16:creationId xmlns:a16="http://schemas.microsoft.com/office/drawing/2014/main" id="{76AB40B5-AF06-4289-AD1B-D18EE70A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AuthResource, CatalogResource y ConversionResource con sus anotaciones @Path</a:t>
            </a:r>
          </a:p>
        </p:txBody>
      </p:sp>
    </p:spTree>
    <p:extLst>
      <p:ext uri="{BB962C8B-B14F-4D97-AF65-F5344CB8AC3E}">
        <p14:creationId xmlns:p14="http://schemas.microsoft.com/office/powerpoint/2010/main" val="11038891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Google Shape;150;g2d624313899_0_5">
            <a:extLst xmlns:a="http://schemas.openxmlformats.org/drawingml/2006/main">
              <a:ext uri="{FF2B5EF4-FFF2-40B4-BE49-F238E27FC236}">
                <a16:creationId xmlns:a16="http://schemas.microsoft.com/office/drawing/2014/main" id="{2AC19248-6791-4B07-8F4F-4D8957F2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Fondo blanco del contenido S6">
            <a:extLst xmlns:a="http://schemas.openxmlformats.org/drawingml/2006/main">
              <a:ext uri="{FF2B5EF4-FFF2-40B4-BE49-F238E27FC236}">
                <a16:creationId xmlns:a16="http://schemas.microsoft.com/office/drawing/2014/main" id="{2F8021FE-124F-4FA4-93E0-345350EA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Franja superior azul S6">
            <a:extLst xmlns:a="http://schemas.openxmlformats.org/drawingml/2006/main">
              <a:ext uri="{FF2B5EF4-FFF2-40B4-BE49-F238E27FC236}">
                <a16:creationId xmlns:a16="http://schemas.microsoft.com/office/drawing/2014/main" id="{7A968A6F-662E-4184-ABCB-A87E5C7B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Acento superior 1 S6">
            <a:extLst xmlns:a="http://schemas.openxmlformats.org/drawingml/2006/main">
              <a:ext uri="{FF2B5EF4-FFF2-40B4-BE49-F238E27FC236}">
                <a16:creationId xmlns:a16="http://schemas.microsoft.com/office/drawing/2014/main" id="{63E17F5D-BDBB-4526-B1D2-F52610FB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Acento superior 2 S6">
            <a:extLst xmlns:a="http://schemas.openxmlformats.org/drawingml/2006/main">
              <a:ext uri="{FF2B5EF4-FFF2-40B4-BE49-F238E27FC236}">
                <a16:creationId xmlns:a16="http://schemas.microsoft.com/office/drawing/2014/main" id="{58729BF8-43D6-4B8B-AABB-99AAC122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Acento superior 3 S6">
            <a:extLst xmlns:a="http://schemas.openxmlformats.org/drawingml/2006/main">
              <a:ext uri="{FF2B5EF4-FFF2-40B4-BE49-F238E27FC236}">
                <a16:creationId xmlns:a16="http://schemas.microsoft.com/office/drawing/2014/main" id="{879F4C14-BA16-4DA4-B505-3C3D77D6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Título de sección S6">
            <a:extLst xmlns:a="http://schemas.openxmlformats.org/drawingml/2006/main">
              <a:ext uri="{FF2B5EF4-FFF2-40B4-BE49-F238E27FC236}">
                <a16:creationId xmlns:a16="http://schemas.microsoft.com/office/drawing/2014/main" id="{B4CC9BBD-B390-468A-8047-35136FE9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57" name="Título del contenido S6">
            <a:extLst xmlns:a="http://schemas.openxmlformats.org/drawingml/2006/main">
              <a:ext uri="{FF2B5EF4-FFF2-40B4-BE49-F238E27FC236}">
                <a16:creationId xmlns:a16="http://schemas.microsoft.com/office/drawing/2014/main" id="{4EB45468-B4AE-4978-BBAF-FD0A2582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Capas del servidor</a:t>
            </a:r>
          </a:p>
        </p:txBody>
      </p:sp>
      <p:sp>
        <p:nvSpPr>
          <p:cNvPr id="158" name="Texto del contenido S6">
            <a:extLst xmlns:a="http://schemas.openxmlformats.org/drawingml/2006/main">
              <a:ext uri="{FF2B5EF4-FFF2-40B4-BE49-F238E27FC236}">
                <a16:creationId xmlns:a16="http://schemas.microsoft.com/office/drawing/2014/main" id="{67E3F2A0-262F-4D61-8759-308D34E8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Los recursos REST actúan como controladores y delegan en ConversorUnidadesServices. RestResponseMapper traduce cada código de negocio a su estado HTTP.</a:t>
            </a:r>
          </a:p>
        </p:txBody>
      </p:sp>
      <p:pic xmlns:a="http://schemas.openxmlformats.org/drawingml/2006/main" xmlns:r="http://schemas.openxmlformats.org/officeDocument/2006/relationships">
        <p:nvPicPr>
          <p:cNvPr id="159" name="Picture 158" descr="DiagramaCla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560" y="2571750"/>
            <a:ext cx="3770879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88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Google Shape;166;g2d624313899_0_26">
            <a:extLst xmlns:a="http://schemas.openxmlformats.org/drawingml/2006/main">
              <a:ext uri="{FF2B5EF4-FFF2-40B4-BE49-F238E27FC236}">
                <a16:creationId xmlns:a16="http://schemas.microsoft.com/office/drawing/2014/main" id="{CA994428-09E8-46C9-B0FD-C6481B50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Fondo blanco del contenido S7">
            <a:extLst xmlns:a="http://schemas.openxmlformats.org/drawingml/2006/main">
              <a:ext uri="{FF2B5EF4-FFF2-40B4-BE49-F238E27FC236}">
                <a16:creationId xmlns:a16="http://schemas.microsoft.com/office/drawing/2014/main" id="{B6AA009B-D52D-4531-850F-F5B04C3F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Franja superior azul S7">
            <a:extLst xmlns:a="http://schemas.openxmlformats.org/drawingml/2006/main">
              <a:ext uri="{FF2B5EF4-FFF2-40B4-BE49-F238E27FC236}">
                <a16:creationId xmlns:a16="http://schemas.microsoft.com/office/drawing/2014/main" id="{8EDAEAA8-9421-4E19-859A-0B826D01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Acento superior 1 S7">
            <a:extLst xmlns:a="http://schemas.openxmlformats.org/drawingml/2006/main">
              <a:ext uri="{FF2B5EF4-FFF2-40B4-BE49-F238E27FC236}">
                <a16:creationId xmlns:a16="http://schemas.microsoft.com/office/drawing/2014/main" id="{E9FA2BD7-5DB7-448E-A5C5-9FB244A0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Acento superior 2 S7">
            <a:extLst xmlns:a="http://schemas.openxmlformats.org/drawingml/2006/main">
              <a:ext uri="{FF2B5EF4-FFF2-40B4-BE49-F238E27FC236}">
                <a16:creationId xmlns:a16="http://schemas.microsoft.com/office/drawing/2014/main" id="{9AC0DEAE-62BD-4802-A5A5-36B35C3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Acento superior 3 S7">
            <a:extLst xmlns:a="http://schemas.openxmlformats.org/drawingml/2006/main">
              <a:ext uri="{FF2B5EF4-FFF2-40B4-BE49-F238E27FC236}">
                <a16:creationId xmlns:a16="http://schemas.microsoft.com/office/drawing/2014/main" id="{793AE88A-31F2-4908-95EA-80C0C86C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Título de sección S7">
            <a:extLst xmlns:a="http://schemas.openxmlformats.org/drawingml/2006/main">
              <a:ext uri="{FF2B5EF4-FFF2-40B4-BE49-F238E27FC236}">
                <a16:creationId xmlns:a16="http://schemas.microsoft.com/office/drawing/2014/main" id="{963EB008-FB74-4C21-A7E5-88341747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73" name="Título del contenido S7">
            <a:extLst xmlns:a="http://schemas.openxmlformats.org/drawingml/2006/main">
              <a:ext uri="{FF2B5EF4-FFF2-40B4-BE49-F238E27FC236}">
                <a16:creationId xmlns:a16="http://schemas.microsoft.com/office/drawing/2014/main" id="{DA61DBF0-8449-46D8-B338-29CA9DDE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Autenticación y sesión</a:t>
            </a:r>
          </a:p>
        </p:txBody>
      </p:sp>
      <p:sp>
        <p:nvSpPr>
          <p:cNvPr id="174" name="Texto del contenido S7">
            <a:extLst xmlns:a="http://schemas.openxmlformats.org/drawingml/2006/main">
              <a:ext uri="{FF2B5EF4-FFF2-40B4-BE49-F238E27FC236}">
                <a16:creationId xmlns:a16="http://schemas.microsoft.com/office/drawing/2014/main" id="{87B3DC6D-DC55-4D92-8ECD-7AD46CD2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Las rutas protegidas exigen Authorization: Bearer &lt;token&gt;. La sesión vence a los 15 minutos; los errores AUTH-* devuelven HTTP 401 y los demás HTTP 400.</a:t>
            </a:r>
          </a:p>
        </p:txBody>
      </p:sp>
      <p:sp>
        <p:nvSpPr>
          <p:cNvPr id="175" name="Marcador imagen S7">
            <a:extLst xmlns:a="http://schemas.openxmlformats.org/drawingml/2006/main">
              <a:ext uri="{FF2B5EF4-FFF2-40B4-BE49-F238E27FC236}">
                <a16:creationId xmlns:a16="http://schemas.microsoft.com/office/drawing/2014/main" id="{D34013ED-7BD5-4443-B299-DEDB7B7B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ConversorUnidadesServices.java mostrando validación del token, sesión y catálogo</a:t>
            </a:r>
          </a:p>
        </p:txBody>
      </p:sp>
    </p:spTree>
    <p:extLst>
      <p:ext uri="{BB962C8B-B14F-4D97-AF65-F5344CB8AC3E}">
        <p14:creationId xmlns:p14="http://schemas.microsoft.com/office/powerpoint/2010/main" val="143545165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0" name="Google Shape;190;g2d624313899_0_71">
            <a:extLst xmlns:a="http://schemas.openxmlformats.org/drawingml/2006/main">
              <a:ext uri="{FF2B5EF4-FFF2-40B4-BE49-F238E27FC236}">
                <a16:creationId xmlns:a16="http://schemas.microsoft.com/office/drawing/2014/main" id="{3954C951-A101-4E49-9A6C-8CD6EB77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Fondo blanco del contenido S8">
            <a:extLst xmlns:a="http://schemas.openxmlformats.org/drawingml/2006/main">
              <a:ext uri="{FF2B5EF4-FFF2-40B4-BE49-F238E27FC236}">
                <a16:creationId xmlns:a16="http://schemas.microsoft.com/office/drawing/2014/main" id="{6C189AB9-C3ED-481D-8602-BADF3F16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Franja superior azul S8">
            <a:extLst xmlns:a="http://schemas.openxmlformats.org/drawingml/2006/main">
              <a:ext uri="{FF2B5EF4-FFF2-40B4-BE49-F238E27FC236}">
                <a16:creationId xmlns:a16="http://schemas.microsoft.com/office/drawing/2014/main" id="{234A26A1-65D4-4E2F-BE42-E87C4D8F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Acento superior 1 S8">
            <a:extLst xmlns:a="http://schemas.openxmlformats.org/drawingml/2006/main">
              <a:ext uri="{FF2B5EF4-FFF2-40B4-BE49-F238E27FC236}">
                <a16:creationId xmlns:a16="http://schemas.microsoft.com/office/drawing/2014/main" id="{122B8BB6-54DB-4C20-8DF3-C554F4C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Acento superior 2 S8">
            <a:extLst xmlns:a="http://schemas.openxmlformats.org/drawingml/2006/main">
              <a:ext uri="{FF2B5EF4-FFF2-40B4-BE49-F238E27FC236}">
                <a16:creationId xmlns:a16="http://schemas.microsoft.com/office/drawing/2014/main" id="{E0A5BABD-E39B-4FCC-B70F-CD38944A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Acento superior 3 S8">
            <a:extLst xmlns:a="http://schemas.openxmlformats.org/drawingml/2006/main">
              <a:ext uri="{FF2B5EF4-FFF2-40B4-BE49-F238E27FC236}">
                <a16:creationId xmlns:a16="http://schemas.microsoft.com/office/drawing/2014/main" id="{4A5B759C-3307-4C11-B698-AC70362B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Título de sección S8">
            <a:extLst xmlns:a="http://schemas.openxmlformats.org/drawingml/2006/main">
              <a:ext uri="{FF2B5EF4-FFF2-40B4-BE49-F238E27FC236}">
                <a16:creationId xmlns:a16="http://schemas.microsoft.com/office/drawing/2014/main" id="{7DD61F77-B9B5-4B81-A85B-686920DB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97" name="Título del contenido S8">
            <a:extLst xmlns:a="http://schemas.openxmlformats.org/drawingml/2006/main">
              <a:ext uri="{FF2B5EF4-FFF2-40B4-BE49-F238E27FC236}">
                <a16:creationId xmlns:a16="http://schemas.microsoft.com/office/drawing/2014/main" id="{FAA1CFA9-594F-49A1-A793-542AE19D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Pruebas implementadas</a:t>
            </a:r>
          </a:p>
        </p:txBody>
      </p:sp>
      <p:sp>
        <p:nvSpPr>
          <p:cNvPr id="198" name="Texto del contenido S8">
            <a:extLst xmlns:a="http://schemas.openxmlformats.org/drawingml/2006/main">
              <a:ext uri="{FF2B5EF4-FFF2-40B4-BE49-F238E27FC236}">
                <a16:creationId xmlns:a16="http://schemas.microsoft.com/office/drawing/2014/main" id="{376B1026-352A-4337-992A-FE8EA63A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proyecto incluye pruebas de autenticación, catálogo, magnitudes, validaciones y expiración, y una prueba de integración HTTP que se ejecuta con ejecutar-pruebas.ps1.</a:t>
            </a:r>
          </a:p>
        </p:txBody>
      </p:sp>
      <p:sp>
        <p:nvSpPr>
          <p:cNvPr id="199" name="Marcador imagen S8">
            <a:extLst xmlns:a="http://schemas.openxmlformats.org/drawingml/2006/main">
              <a:ext uri="{FF2B5EF4-FFF2-40B4-BE49-F238E27FC236}">
                <a16:creationId xmlns:a16="http://schemas.microsoft.com/office/drawing/2014/main" id="{47514393-69BD-424D-A1EE-B4C5BE7B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Salida real de PruebaSistemaUnidades y PruebaIntegracionREST, sin datos inventados</a:t>
            </a:r>
          </a:p>
        </p:txBody>
      </p:sp>
    </p:spTree>
    <p:extLst>
      <p:ext uri="{BB962C8B-B14F-4D97-AF65-F5344CB8AC3E}">
        <p14:creationId xmlns:p14="http://schemas.microsoft.com/office/powerpoint/2010/main" val="15638907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2" name="Google Shape;222;g2d624313899_0_51">
            <a:extLst xmlns:a="http://schemas.openxmlformats.org/drawingml/2006/main">
              <a:ext uri="{FF2B5EF4-FFF2-40B4-BE49-F238E27FC236}">
                <a16:creationId xmlns:a16="http://schemas.microsoft.com/office/drawing/2014/main" id="{E90E64E7-18A9-479A-B45A-B2A907F8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Fondo blanco del contenido S9">
            <a:extLst xmlns:a="http://schemas.openxmlformats.org/drawingml/2006/main">
              <a:ext uri="{FF2B5EF4-FFF2-40B4-BE49-F238E27FC236}">
                <a16:creationId xmlns:a16="http://schemas.microsoft.com/office/drawing/2014/main" id="{4079680B-A80F-4D41-A715-665D10D1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Franja superior azul S9">
            <a:extLst xmlns:a="http://schemas.openxmlformats.org/drawingml/2006/main">
              <a:ext uri="{FF2B5EF4-FFF2-40B4-BE49-F238E27FC236}">
                <a16:creationId xmlns:a16="http://schemas.microsoft.com/office/drawing/2014/main" id="{785FE3C2-EF9B-4C50-931C-EC43D7B9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Acento superior 1 S9">
            <a:extLst xmlns:a="http://schemas.openxmlformats.org/drawingml/2006/main">
              <a:ext uri="{FF2B5EF4-FFF2-40B4-BE49-F238E27FC236}">
                <a16:creationId xmlns:a16="http://schemas.microsoft.com/office/drawing/2014/main" id="{0B257B3D-E075-44C7-8EFE-475C68A8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Acento superior 2 S9">
            <a:extLst xmlns:a="http://schemas.openxmlformats.org/drawingml/2006/main">
              <a:ext uri="{FF2B5EF4-FFF2-40B4-BE49-F238E27FC236}">
                <a16:creationId xmlns:a16="http://schemas.microsoft.com/office/drawing/2014/main" id="{7A905043-0D6C-4530-847B-F5937251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Acento superior 3 S9">
            <a:extLst xmlns:a="http://schemas.openxmlformats.org/drawingml/2006/main">
              <a:ext uri="{FF2B5EF4-FFF2-40B4-BE49-F238E27FC236}">
                <a16:creationId xmlns:a16="http://schemas.microsoft.com/office/drawing/2014/main" id="{6D395600-E786-4486-808E-221CB48D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Título de sección S9">
            <a:extLst xmlns:a="http://schemas.openxmlformats.org/drawingml/2006/main">
              <a:ext uri="{FF2B5EF4-FFF2-40B4-BE49-F238E27FC236}">
                <a16:creationId xmlns:a16="http://schemas.microsoft.com/office/drawing/2014/main" id="{DF095B71-FAAC-4B2B-A17A-13FCCB61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29" name="Título del contenido S9">
            <a:extLst xmlns:a="http://schemas.openxmlformats.org/drawingml/2006/main">
              <a:ext uri="{FF2B5EF4-FFF2-40B4-BE49-F238E27FC236}">
                <a16:creationId xmlns:a16="http://schemas.microsoft.com/office/drawing/2014/main" id="{1551137B-84B0-4119-B4F9-FBFC9788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consola Java</a:t>
            </a:r>
          </a:p>
        </p:txBody>
      </p:sp>
      <p:sp>
        <p:nvSpPr>
          <p:cNvPr id="230" name="Texto del contenido S9">
            <a:extLst xmlns:a="http://schemas.openxmlformats.org/drawingml/2006/main">
              <a:ext uri="{FF2B5EF4-FFF2-40B4-BE49-F238E27FC236}">
                <a16:creationId xmlns:a16="http://schemas.microsoft.com/office/drawing/2014/main" id="{8DC260B4-94DC-4584-BA3F-D1BED4A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Java 21 con Maven. Usa java.net.http.HttpClient para las peticiones y Gson para el JSON; la URL base termina en /api.</a:t>
            </a:r>
          </a:p>
        </p:txBody>
      </p:sp>
      <p:sp>
        <p:nvSpPr>
          <p:cNvPr id="231" name="Marcador imagen S9">
            <a:extLst xmlns:a="http://schemas.openxmlformats.org/drawingml/2006/main">
              <a:ext uri="{FF2B5EF4-FFF2-40B4-BE49-F238E27FC236}">
                <a16:creationId xmlns:a16="http://schemas.microsoft.com/office/drawing/2014/main" id="{8AA0820D-E73B-4020-B703-2E572564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Estructura del cliente de consola en NetBeans y clases del proyecto Maven</a:t>
            </a:r>
          </a:p>
        </p:txBody>
      </p:sp>
    </p:spTree>
    <p:extLst>
      <p:ext uri="{BB962C8B-B14F-4D97-AF65-F5344CB8AC3E}">
        <p14:creationId xmlns:p14="http://schemas.microsoft.com/office/powerpoint/2010/main" val="12586894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0" name="Google Shape;240;g2d624313899_0_95">
            <a:extLst xmlns:a="http://schemas.openxmlformats.org/drawingml/2006/main">
              <a:ext uri="{FF2B5EF4-FFF2-40B4-BE49-F238E27FC236}">
                <a16:creationId xmlns:a16="http://schemas.microsoft.com/office/drawing/2014/main" id="{2AA3253F-4130-44F7-83CF-A5A25295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Fondo blanco del contenido S10">
            <a:extLst xmlns:a="http://schemas.openxmlformats.org/drawingml/2006/main">
              <a:ext uri="{FF2B5EF4-FFF2-40B4-BE49-F238E27FC236}">
                <a16:creationId xmlns:a16="http://schemas.microsoft.com/office/drawing/2014/main" id="{59F7E05F-5BD2-4D46-A8CA-24EDF956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Franja superior azul S10">
            <a:extLst xmlns:a="http://schemas.openxmlformats.org/drawingml/2006/main">
              <a:ext uri="{FF2B5EF4-FFF2-40B4-BE49-F238E27FC236}">
                <a16:creationId xmlns:a16="http://schemas.microsoft.com/office/drawing/2014/main" id="{E5C3EBB8-BBC7-4565-8DC8-5B0ADF65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Acento superior 1 S10">
            <a:extLst xmlns:a="http://schemas.openxmlformats.org/drawingml/2006/main">
              <a:ext uri="{FF2B5EF4-FFF2-40B4-BE49-F238E27FC236}">
                <a16:creationId xmlns:a16="http://schemas.microsoft.com/office/drawing/2014/main" id="{88377406-CB7B-4E3F-819A-9FA28A58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Acento superior 2 S10">
            <a:extLst xmlns:a="http://schemas.openxmlformats.org/drawingml/2006/main">
              <a:ext uri="{FF2B5EF4-FFF2-40B4-BE49-F238E27FC236}">
                <a16:creationId xmlns:a16="http://schemas.microsoft.com/office/drawing/2014/main" id="{E330C141-1293-43CC-BF8B-85A0FF97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Acento superior 3 S10">
            <a:extLst xmlns:a="http://schemas.openxmlformats.org/drawingml/2006/main">
              <a:ext uri="{FF2B5EF4-FFF2-40B4-BE49-F238E27FC236}">
                <a16:creationId xmlns:a16="http://schemas.microsoft.com/office/drawing/2014/main" id="{FC6BB1D6-015C-49AB-88DE-1343AAEA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Título de sección S10">
            <a:extLst xmlns:a="http://schemas.openxmlformats.org/drawingml/2006/main">
              <a:ext uri="{FF2B5EF4-FFF2-40B4-BE49-F238E27FC236}">
                <a16:creationId xmlns:a16="http://schemas.microsoft.com/office/drawing/2014/main" id="{3560E954-8C68-4CFE-8D25-179B62C3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48" name="Título del contenido S10">
            <a:extLst xmlns:a="http://schemas.openxmlformats.org/drawingml/2006/main">
              <a:ext uri="{FF2B5EF4-FFF2-40B4-BE49-F238E27FC236}">
                <a16:creationId xmlns:a16="http://schemas.microsoft.com/office/drawing/2014/main" id="{A15873B9-27B4-446A-9A0E-5441D5DD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 y adaptador REST</a:t>
            </a:r>
          </a:p>
        </p:txBody>
      </p:sp>
      <p:sp>
        <p:nvSpPr>
          <p:cNvPr id="249" name="Texto del contenido S10">
            <a:extLst xmlns:a="http://schemas.openxmlformats.org/drawingml/2006/main">
              <a:ext uri="{FF2B5EF4-FFF2-40B4-BE49-F238E27FC236}">
                <a16:creationId xmlns:a16="http://schemas.microsoft.com/office/drawing/2014/main" id="{5ABE798A-5CED-4A16-B959-8C538FBD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ControladorConsola administra el flujo y la sesión. ClienteRest arma cada petición HTTP, agrega el token Bearer y normaliza la respuesta en RespuestaRest.</a:t>
            </a:r>
          </a:p>
        </p:txBody>
      </p:sp>
      <p:sp>
        <p:nvSpPr>
          <p:cNvPr id="250" name="Marcador imagen S10">
            <a:extLst xmlns:a="http://schemas.openxmlformats.org/drawingml/2006/main">
              <a:ext uri="{FF2B5EF4-FFF2-40B4-BE49-F238E27FC236}">
                <a16:creationId xmlns:a16="http://schemas.microsoft.com/office/drawing/2014/main" id="{7AFF0BB7-B2D2-4179-A130-3A01BC62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ControladorConsola.java y ClienteRest.java mostrando una petición HTTP</a:t>
            </a:r>
          </a:p>
        </p:txBody>
      </p:sp>
    </p:spTree>
    <p:extLst>
      <p:ext uri="{BB962C8B-B14F-4D97-AF65-F5344CB8AC3E}">
        <p14:creationId xmlns:p14="http://schemas.microsoft.com/office/powerpoint/2010/main" val="141525158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Google Shape;250;g2d624313899_0_111">
            <a:extLst xmlns:a="http://schemas.openxmlformats.org/drawingml/2006/main">
              <a:ext uri="{FF2B5EF4-FFF2-40B4-BE49-F238E27FC236}">
                <a16:creationId xmlns:a16="http://schemas.microsoft.com/office/drawing/2014/main" id="{445F796F-6704-4F68-81FE-91E97F4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Fondo blanco del contenido S11">
            <a:extLst xmlns:a="http://schemas.openxmlformats.org/drawingml/2006/main">
              <a:ext uri="{FF2B5EF4-FFF2-40B4-BE49-F238E27FC236}">
                <a16:creationId xmlns:a16="http://schemas.microsoft.com/office/drawing/2014/main" id="{066CDABE-8CF3-4605-A94E-7E78BDD5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Franja superior azul S11">
            <a:extLst xmlns:a="http://schemas.openxmlformats.org/drawingml/2006/main">
              <a:ext uri="{FF2B5EF4-FFF2-40B4-BE49-F238E27FC236}">
                <a16:creationId xmlns:a16="http://schemas.microsoft.com/office/drawing/2014/main" id="{974FAB9E-53A4-4B9E-A479-939F818B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Acento superior 1 S11">
            <a:extLst xmlns:a="http://schemas.openxmlformats.org/drawingml/2006/main">
              <a:ext uri="{FF2B5EF4-FFF2-40B4-BE49-F238E27FC236}">
                <a16:creationId xmlns:a16="http://schemas.microsoft.com/office/drawing/2014/main" id="{CC73F015-EF3F-4BA1-AE3B-0FDA5615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Acento superior 2 S11">
            <a:extLst xmlns:a="http://schemas.openxmlformats.org/drawingml/2006/main">
              <a:ext uri="{FF2B5EF4-FFF2-40B4-BE49-F238E27FC236}">
                <a16:creationId xmlns:a16="http://schemas.microsoft.com/office/drawing/2014/main" id="{B91C1963-8731-4FDC-83CF-53539BF8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Acento superior 3 S11">
            <a:extLst xmlns:a="http://schemas.openxmlformats.org/drawingml/2006/main">
              <a:ext uri="{FF2B5EF4-FFF2-40B4-BE49-F238E27FC236}">
                <a16:creationId xmlns:a16="http://schemas.microsoft.com/office/drawing/2014/main" id="{BB60DCBA-068B-4652-901E-FE11DD67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Título de sección S11">
            <a:extLst xmlns:a="http://schemas.openxmlformats.org/drawingml/2006/main">
              <a:ext uri="{FF2B5EF4-FFF2-40B4-BE49-F238E27FC236}">
                <a16:creationId xmlns:a16="http://schemas.microsoft.com/office/drawing/2014/main" id="{F0EF4153-B8EC-42AD-B416-5368AD37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57" name="Título del contenido S11">
            <a:extLst xmlns:a="http://schemas.openxmlformats.org/drawingml/2006/main">
              <a:ext uri="{FF2B5EF4-FFF2-40B4-BE49-F238E27FC236}">
                <a16:creationId xmlns:a16="http://schemas.microsoft.com/office/drawing/2014/main" id="{5C214074-F490-45C3-A226-8079E1A1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Menú y flujo de conversión</a:t>
            </a:r>
          </a:p>
        </p:txBody>
      </p:sp>
      <p:sp>
        <p:nvSpPr>
          <p:cNvPr id="258" name="Texto del contenido S11">
            <a:extLst xmlns:a="http://schemas.openxmlformats.org/drawingml/2006/main">
              <a:ext uri="{FF2B5EF4-FFF2-40B4-BE49-F238E27FC236}">
                <a16:creationId xmlns:a16="http://schemas.microsoft.com/office/drawing/2014/main" id="{62E07DED-4413-4A93-8EB1-CAD6E100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consola permite acceder, consultar categorías y unidades, convertir, cerrar la sesión y recuperar la clave. El flujo solicita categoría, origen, destino y valor.</a:t>
            </a:r>
          </a:p>
        </p:txBody>
      </p:sp>
      <p:sp>
        <p:nvSpPr>
          <p:cNvPr id="259" name="Marcador imagen S11">
            <a:extLst xmlns:a="http://schemas.openxmlformats.org/drawingml/2006/main">
              <a:ext uri="{FF2B5EF4-FFF2-40B4-BE49-F238E27FC236}">
                <a16:creationId xmlns:a16="http://schemas.microsoft.com/office/drawing/2014/main" id="{2496F275-9C0B-46E9-8A18-317A2EB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Menú real del cliente de consola con las opciones disponibles</a:t>
            </a:r>
          </a:p>
        </p:txBody>
      </p:sp>
    </p:spTree>
    <p:extLst>
      <p:ext uri="{BB962C8B-B14F-4D97-AF65-F5344CB8AC3E}">
        <p14:creationId xmlns:p14="http://schemas.microsoft.com/office/powerpoint/2010/main" val="131018665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8" name="Google Shape;258;g2d624313899_0_138">
            <a:extLst xmlns:a="http://schemas.openxmlformats.org/drawingml/2006/main">
              <a:ext uri="{FF2B5EF4-FFF2-40B4-BE49-F238E27FC236}">
                <a16:creationId xmlns:a16="http://schemas.microsoft.com/office/drawing/2014/main" id="{0B83016B-588B-4396-AB84-57263B6B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Fondo blanco del contenido S12">
            <a:extLst xmlns:a="http://schemas.openxmlformats.org/drawingml/2006/main">
              <a:ext uri="{FF2B5EF4-FFF2-40B4-BE49-F238E27FC236}">
                <a16:creationId xmlns:a16="http://schemas.microsoft.com/office/drawing/2014/main" id="{3D104D45-7366-44DF-9022-29AF3152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Franja superior azul S12">
            <a:extLst xmlns:a="http://schemas.openxmlformats.org/drawingml/2006/main">
              <a:ext uri="{FF2B5EF4-FFF2-40B4-BE49-F238E27FC236}">
                <a16:creationId xmlns:a16="http://schemas.microsoft.com/office/drawing/2014/main" id="{F5BCED6D-B134-4DBA-A059-5A5F78DB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Acento superior 1 S12">
            <a:extLst xmlns:a="http://schemas.openxmlformats.org/drawingml/2006/main">
              <a:ext uri="{FF2B5EF4-FFF2-40B4-BE49-F238E27FC236}">
                <a16:creationId xmlns:a16="http://schemas.microsoft.com/office/drawing/2014/main" id="{F4AE9DD6-B951-4FFD-BB57-44902E2A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Acento superior 2 S12">
            <a:extLst xmlns:a="http://schemas.openxmlformats.org/drawingml/2006/main">
              <a:ext uri="{FF2B5EF4-FFF2-40B4-BE49-F238E27FC236}">
                <a16:creationId xmlns:a16="http://schemas.microsoft.com/office/drawing/2014/main" id="{47F52F99-CD76-4DC2-B233-8F7E9EC5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Acento superior 3 S12">
            <a:extLst xmlns:a="http://schemas.openxmlformats.org/drawingml/2006/main">
              <a:ext uri="{FF2B5EF4-FFF2-40B4-BE49-F238E27FC236}">
                <a16:creationId xmlns:a16="http://schemas.microsoft.com/office/drawing/2014/main" id="{41498AAB-6B01-494A-8968-EC569F14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Título de sección S12">
            <a:extLst xmlns:a="http://schemas.openxmlformats.org/drawingml/2006/main">
              <a:ext uri="{FF2B5EF4-FFF2-40B4-BE49-F238E27FC236}">
                <a16:creationId xmlns:a16="http://schemas.microsoft.com/office/drawing/2014/main" id="{2F441F59-F12A-4E27-A9ED-7C13F10B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65" name="Título del contenido S12">
            <a:extLst xmlns:a="http://schemas.openxmlformats.org/drawingml/2006/main">
              <a:ext uri="{FF2B5EF4-FFF2-40B4-BE49-F238E27FC236}">
                <a16:creationId xmlns:a16="http://schemas.microsoft.com/office/drawing/2014/main" id="{650D48B8-C274-4DA7-B258-4B2AA4C4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terminal</a:t>
            </a:r>
          </a:p>
        </p:txBody>
      </p:sp>
      <p:sp>
        <p:nvSpPr>
          <p:cNvPr id="266" name="Texto del contenido S12">
            <a:extLst xmlns:a="http://schemas.openxmlformats.org/drawingml/2006/main">
              <a:ext uri="{FF2B5EF4-FFF2-40B4-BE49-F238E27FC236}">
                <a16:creationId xmlns:a16="http://schemas.microsoft.com/office/drawing/2014/main" id="{9350FB0F-0174-4F73-8D00-5CA9DA46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 inicia después de desplegar el servidor. Puede usar la URL local predeterminada o recibir otra por argumento o propiedad JVM.</a:t>
            </a:r>
          </a:p>
        </p:txBody>
      </p:sp>
      <p:sp>
        <p:nvSpPr>
          <p:cNvPr id="267" name="Marcador imagen S12">
            <a:extLst xmlns:a="http://schemas.openxmlformats.org/drawingml/2006/main">
              <a:ext uri="{FF2B5EF4-FFF2-40B4-BE49-F238E27FC236}">
                <a16:creationId xmlns:a16="http://schemas.microsoft.com/office/drawing/2014/main" id="{190DCC71-9DEC-4BA0-920C-D395936E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Ejecución real en terminal con solicitud, respuesta y resultado de conversión</a:t>
            </a:r>
          </a:p>
        </p:txBody>
      </p:sp>
    </p:spTree>
    <p:extLst>
      <p:ext uri="{BB962C8B-B14F-4D97-AF65-F5344CB8AC3E}">
        <p14:creationId xmlns:p14="http://schemas.microsoft.com/office/powerpoint/2010/main" val="94932282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" name="Google Shape;268;p27">
            <a:extLst xmlns:a="http://schemas.openxmlformats.org/drawingml/2006/main">
              <a:ext uri="{FF2B5EF4-FFF2-40B4-BE49-F238E27FC236}">
                <a16:creationId xmlns:a16="http://schemas.microsoft.com/office/drawing/2014/main" id="{53344BC8-97D0-47FF-9FE0-5E6F53CC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Fondo blanco del contenido S13">
            <a:extLst xmlns:a="http://schemas.openxmlformats.org/drawingml/2006/main">
              <a:ext uri="{FF2B5EF4-FFF2-40B4-BE49-F238E27FC236}">
                <a16:creationId xmlns:a16="http://schemas.microsoft.com/office/drawing/2014/main" id="{E8353AB1-05D8-4583-8B4F-11E4BF7B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Franja superior azul S13">
            <a:extLst xmlns:a="http://schemas.openxmlformats.org/drawingml/2006/main">
              <a:ext uri="{FF2B5EF4-FFF2-40B4-BE49-F238E27FC236}">
                <a16:creationId xmlns:a16="http://schemas.microsoft.com/office/drawing/2014/main" id="{A970F014-3981-4295-AF5C-074DA9FF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Acento superior 1 S13">
            <a:extLst xmlns:a="http://schemas.openxmlformats.org/drawingml/2006/main">
              <a:ext uri="{FF2B5EF4-FFF2-40B4-BE49-F238E27FC236}">
                <a16:creationId xmlns:a16="http://schemas.microsoft.com/office/drawing/2014/main" id="{6635705F-A4F1-450A-86A1-A8DB12BF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Acento superior 2 S13">
            <a:extLst xmlns:a="http://schemas.openxmlformats.org/drawingml/2006/main">
              <a:ext uri="{FF2B5EF4-FFF2-40B4-BE49-F238E27FC236}">
                <a16:creationId xmlns:a16="http://schemas.microsoft.com/office/drawing/2014/main" id="{F36396AC-0C73-4B4A-9855-CB53254F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Acento superior 3 S13">
            <a:extLst xmlns:a="http://schemas.openxmlformats.org/drawingml/2006/main">
              <a:ext uri="{FF2B5EF4-FFF2-40B4-BE49-F238E27FC236}">
                <a16:creationId xmlns:a16="http://schemas.microsoft.com/office/drawing/2014/main" id="{2A6E6A8E-2386-45BD-BDED-6A7C8B6F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Título de sección S13">
            <a:extLst xmlns:a="http://schemas.openxmlformats.org/drawingml/2006/main">
              <a:ext uri="{FF2B5EF4-FFF2-40B4-BE49-F238E27FC236}">
                <a16:creationId xmlns:a16="http://schemas.microsoft.com/office/drawing/2014/main" id="{9503FF92-5DF7-4A2B-AD4B-DF57961D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76" name="Título del contenido S13">
            <a:extLst xmlns:a="http://schemas.openxmlformats.org/drawingml/2006/main">
              <a:ext uri="{FF2B5EF4-FFF2-40B4-BE49-F238E27FC236}">
                <a16:creationId xmlns:a16="http://schemas.microsoft.com/office/drawing/2014/main" id="{F92D456D-EFE7-4589-A491-8DFDEE97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escritorio Swing</a:t>
            </a:r>
          </a:p>
        </p:txBody>
      </p:sp>
      <p:sp>
        <p:nvSpPr>
          <p:cNvPr id="277" name="Texto del contenido S13">
            <a:extLst xmlns:a="http://schemas.openxmlformats.org/drawingml/2006/main">
              <a:ext uri="{FF2B5EF4-FFF2-40B4-BE49-F238E27FC236}">
                <a16:creationId xmlns:a16="http://schemas.microsoft.com/office/drawing/2014/main" id="{C2A0A331-6B4F-4620-91D0-F42258DC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Java 21 con Maven. Swing presenta el acceso y las conversiones, y ClienteRest consume la misma API con HTTP y Gson.</a:t>
            </a:r>
          </a:p>
        </p:txBody>
      </p:sp>
      <p:sp>
        <p:nvSpPr>
          <p:cNvPr id="278" name="Marcador imagen S13">
            <a:extLst xmlns:a="http://schemas.openxmlformats.org/drawingml/2006/main">
              <a:ext uri="{FF2B5EF4-FFF2-40B4-BE49-F238E27FC236}">
                <a16:creationId xmlns:a16="http://schemas.microsoft.com/office/drawing/2014/main" id="{F643F101-2030-43FA-87E1-96D2A9D9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CLI_ESC_CON_UNI_JAVA_REST abierto en NetBeans</a:t>
            </a:r>
          </a:p>
        </p:txBody>
      </p:sp>
    </p:spTree>
    <p:extLst>
      <p:ext uri="{BB962C8B-B14F-4D97-AF65-F5344CB8AC3E}">
        <p14:creationId xmlns:p14="http://schemas.microsoft.com/office/powerpoint/2010/main" val="11900386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1" name="Google Shape;301;g31974b856cc_0_109">
            <a:extLst xmlns:a="http://schemas.openxmlformats.org/drawingml/2006/main">
              <a:ext uri="{FF2B5EF4-FFF2-40B4-BE49-F238E27FC236}">
                <a16:creationId xmlns:a16="http://schemas.microsoft.com/office/drawing/2014/main" id="{25A8BC9A-4680-448A-A288-A56B25FD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Fondo blanco del contenido S14">
            <a:extLst xmlns:a="http://schemas.openxmlformats.org/drawingml/2006/main">
              <a:ext uri="{FF2B5EF4-FFF2-40B4-BE49-F238E27FC236}">
                <a16:creationId xmlns:a16="http://schemas.microsoft.com/office/drawing/2014/main" id="{D1BCD550-EE36-4FE6-8D85-C77F0F22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Franja superior azul S14">
            <a:extLst xmlns:a="http://schemas.openxmlformats.org/drawingml/2006/main">
              <a:ext uri="{FF2B5EF4-FFF2-40B4-BE49-F238E27FC236}">
                <a16:creationId xmlns:a16="http://schemas.microsoft.com/office/drawing/2014/main" id="{64255486-DD3D-461D-9532-2C69C96F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Acento superior 1 S14">
            <a:extLst xmlns:a="http://schemas.openxmlformats.org/drawingml/2006/main">
              <a:ext uri="{FF2B5EF4-FFF2-40B4-BE49-F238E27FC236}">
                <a16:creationId xmlns:a16="http://schemas.microsoft.com/office/drawing/2014/main" id="{78AAB2DA-9D49-4D5D-8921-3053E9A1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Acento superior 2 S14">
            <a:extLst xmlns:a="http://schemas.openxmlformats.org/drawingml/2006/main">
              <a:ext uri="{FF2B5EF4-FFF2-40B4-BE49-F238E27FC236}">
                <a16:creationId xmlns:a16="http://schemas.microsoft.com/office/drawing/2014/main" id="{50FD0B7E-9706-4B2F-8CDD-A14AAD29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Acento superior 3 S14">
            <a:extLst xmlns:a="http://schemas.openxmlformats.org/drawingml/2006/main">
              <a:ext uri="{FF2B5EF4-FFF2-40B4-BE49-F238E27FC236}">
                <a16:creationId xmlns:a16="http://schemas.microsoft.com/office/drawing/2014/main" id="{8D5DC68B-4F90-46DC-9A59-4D607096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Título de sección S14">
            <a:extLst xmlns:a="http://schemas.openxmlformats.org/drawingml/2006/main">
              <a:ext uri="{FF2B5EF4-FFF2-40B4-BE49-F238E27FC236}">
                <a16:creationId xmlns:a16="http://schemas.microsoft.com/office/drawing/2014/main" id="{915A8A62-07C4-483A-861F-2C911628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09" name="Título del contenido S14">
            <a:extLst xmlns:a="http://schemas.openxmlformats.org/drawingml/2006/main">
              <a:ext uri="{FF2B5EF4-FFF2-40B4-BE49-F238E27FC236}">
                <a16:creationId xmlns:a16="http://schemas.microsoft.com/office/drawing/2014/main" id="{8F7BE097-96E0-445C-B49D-27C404C9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Organización MVC</a:t>
            </a:r>
          </a:p>
        </p:txBody>
      </p:sp>
      <p:sp>
        <p:nvSpPr>
          <p:cNvPr id="310" name="Texto del contenido S14">
            <a:extLst xmlns:a="http://schemas.openxmlformats.org/drawingml/2006/main">
              <a:ext uri="{FF2B5EF4-FFF2-40B4-BE49-F238E27FC236}">
                <a16:creationId xmlns:a16="http://schemas.microsoft.com/office/drawing/2014/main" id="{C21A0569-FCF6-48F7-AC57-10CBF9E4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separa modelo, vista, controlador y servicio. GestorPantallas coordina el cambio entre acceso y conversión.</a:t>
            </a:r>
          </a:p>
        </p:txBody>
      </p:sp>
      <p:sp>
        <p:nvSpPr>
          <p:cNvPr id="311" name="Marcador imagen S14">
            <a:extLst xmlns:a="http://schemas.openxmlformats.org/drawingml/2006/main">
              <a:ext uri="{FF2B5EF4-FFF2-40B4-BE49-F238E27FC236}">
                <a16:creationId xmlns:a16="http://schemas.microsoft.com/office/drawing/2014/main" id="{475C7FCB-DB89-45A9-98B6-8D3D22AE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Paquetes MVC del cliente Swing y código del controlador de conversiones</a:t>
            </a:r>
          </a:p>
        </p:txBody>
      </p:sp>
    </p:spTree>
    <p:extLst>
      <p:ext uri="{BB962C8B-B14F-4D97-AF65-F5344CB8AC3E}">
        <p14:creationId xmlns:p14="http://schemas.microsoft.com/office/powerpoint/2010/main" val="152275156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9" name="Google Shape;309;g31974b856cc_0_128">
            <a:extLst xmlns:a="http://schemas.openxmlformats.org/drawingml/2006/main">
              <a:ext uri="{FF2B5EF4-FFF2-40B4-BE49-F238E27FC236}">
                <a16:creationId xmlns:a16="http://schemas.microsoft.com/office/drawing/2014/main" id="{3F29F400-341E-4014-A454-F03E384C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Fondo blanco del contenido S15">
            <a:extLst xmlns:a="http://schemas.openxmlformats.org/drawingml/2006/main">
              <a:ext uri="{FF2B5EF4-FFF2-40B4-BE49-F238E27FC236}">
                <a16:creationId xmlns:a16="http://schemas.microsoft.com/office/drawing/2014/main" id="{F04A68F3-4E69-4A40-98EF-B30C5CBF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Franja superior azul S15">
            <a:extLst xmlns:a="http://schemas.openxmlformats.org/drawingml/2006/main">
              <a:ext uri="{FF2B5EF4-FFF2-40B4-BE49-F238E27FC236}">
                <a16:creationId xmlns:a16="http://schemas.microsoft.com/office/drawing/2014/main" id="{980136AD-79F3-4E24-827B-5737D13F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Acento superior 1 S15">
            <a:extLst xmlns:a="http://schemas.openxmlformats.org/drawingml/2006/main">
              <a:ext uri="{FF2B5EF4-FFF2-40B4-BE49-F238E27FC236}">
                <a16:creationId xmlns:a16="http://schemas.microsoft.com/office/drawing/2014/main" id="{13BC421D-CB11-4855-A166-A195A348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Acento superior 2 S15">
            <a:extLst xmlns:a="http://schemas.openxmlformats.org/drawingml/2006/main">
              <a:ext uri="{FF2B5EF4-FFF2-40B4-BE49-F238E27FC236}">
                <a16:creationId xmlns:a16="http://schemas.microsoft.com/office/drawing/2014/main" id="{B4F8DD5F-0880-4DD6-8DE5-629EB823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Acento superior 3 S15">
            <a:extLst xmlns:a="http://schemas.openxmlformats.org/drawingml/2006/main">
              <a:ext uri="{FF2B5EF4-FFF2-40B4-BE49-F238E27FC236}">
                <a16:creationId xmlns:a16="http://schemas.microsoft.com/office/drawing/2014/main" id="{26889F1F-1C97-4D89-B374-7460DCEF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Título de sección S15">
            <a:extLst xmlns:a="http://schemas.openxmlformats.org/drawingml/2006/main">
              <a:ext uri="{FF2B5EF4-FFF2-40B4-BE49-F238E27FC236}">
                <a16:creationId xmlns:a16="http://schemas.microsoft.com/office/drawing/2014/main" id="{8F95D69A-EC92-470D-8CD9-D68C4EB5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17" name="Título del contenido S15">
            <a:extLst xmlns:a="http://schemas.openxmlformats.org/drawingml/2006/main">
              <a:ext uri="{FF2B5EF4-FFF2-40B4-BE49-F238E27FC236}">
                <a16:creationId xmlns:a16="http://schemas.microsoft.com/office/drawing/2014/main" id="{BD50981D-FA04-4895-B0C1-7214CDC4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Swing</a:t>
            </a:r>
          </a:p>
        </p:txBody>
      </p:sp>
      <p:sp>
        <p:nvSpPr>
          <p:cNvPr id="318" name="Texto del contenido S15">
            <a:extLst xmlns:a="http://schemas.openxmlformats.org/drawingml/2006/main">
              <a:ext uri="{FF2B5EF4-FFF2-40B4-BE49-F238E27FC236}">
                <a16:creationId xmlns:a16="http://schemas.microsoft.com/office/drawing/2014/main" id="{E2C221B4-CA45-47E1-A4B0-E708A2D4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LoginFrame gestiona el acceso y VentanaConversiones presenta el catálogo y los campos de conversión.</a:t>
            </a:r>
          </a:p>
        </p:txBody>
      </p:sp>
      <p:sp>
        <p:nvSpPr>
          <p:cNvPr id="319" name="Marcador imagen S15">
            <a:extLst xmlns:a="http://schemas.openxmlformats.org/drawingml/2006/main">
              <a:ext uri="{FF2B5EF4-FFF2-40B4-BE49-F238E27FC236}">
                <a16:creationId xmlns:a16="http://schemas.microsoft.com/office/drawing/2014/main" id="{DC3F5836-4DEA-466B-BDE7-17BC6C75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LoginFrame y VentanaConversiones del cliente de escritorio</a:t>
            </a:r>
          </a:p>
        </p:txBody>
      </p:sp>
    </p:spTree>
    <p:extLst>
      <p:ext uri="{BB962C8B-B14F-4D97-AF65-F5344CB8AC3E}">
        <p14:creationId xmlns:p14="http://schemas.microsoft.com/office/powerpoint/2010/main" val="199126114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7" name="Google Shape;317;g31974b856cc_0_137">
            <a:extLst xmlns:a="http://schemas.openxmlformats.org/drawingml/2006/main">
              <a:ext uri="{FF2B5EF4-FFF2-40B4-BE49-F238E27FC236}">
                <a16:creationId xmlns:a16="http://schemas.microsoft.com/office/drawing/2014/main" id="{BF55C9AB-CA58-495D-A485-6A6E29EF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Fondo blanco del contenido S16">
            <a:extLst xmlns:a="http://schemas.openxmlformats.org/drawingml/2006/main">
              <a:ext uri="{FF2B5EF4-FFF2-40B4-BE49-F238E27FC236}">
                <a16:creationId xmlns:a16="http://schemas.microsoft.com/office/drawing/2014/main" id="{8338C50B-BE0E-4BA7-9248-3D9A192A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Franja superior azul S16">
            <a:extLst xmlns:a="http://schemas.openxmlformats.org/drawingml/2006/main">
              <a:ext uri="{FF2B5EF4-FFF2-40B4-BE49-F238E27FC236}">
                <a16:creationId xmlns:a16="http://schemas.microsoft.com/office/drawing/2014/main" id="{1A4C9852-99B3-4180-8148-40E5D8F0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Acento superior 1 S16">
            <a:extLst xmlns:a="http://schemas.openxmlformats.org/drawingml/2006/main">
              <a:ext uri="{FF2B5EF4-FFF2-40B4-BE49-F238E27FC236}">
                <a16:creationId xmlns:a16="http://schemas.microsoft.com/office/drawing/2014/main" id="{F5209612-E722-4C8B-A448-7F156DA1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Acento superior 2 S16">
            <a:extLst xmlns:a="http://schemas.openxmlformats.org/drawingml/2006/main">
              <a:ext uri="{FF2B5EF4-FFF2-40B4-BE49-F238E27FC236}">
                <a16:creationId xmlns:a16="http://schemas.microsoft.com/office/drawing/2014/main" id="{94E7AC07-DD2A-4562-AFB7-9031CE72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Acento superior 3 S16">
            <a:extLst xmlns:a="http://schemas.openxmlformats.org/drawingml/2006/main">
              <a:ext uri="{FF2B5EF4-FFF2-40B4-BE49-F238E27FC236}">
                <a16:creationId xmlns:a16="http://schemas.microsoft.com/office/drawing/2014/main" id="{9117CE3F-8EB5-4B2C-ADC6-C22EB1F0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Título de sección S16">
            <a:extLst xmlns:a="http://schemas.openxmlformats.org/drawingml/2006/main">
              <a:ext uri="{FF2B5EF4-FFF2-40B4-BE49-F238E27FC236}">
                <a16:creationId xmlns:a16="http://schemas.microsoft.com/office/drawing/2014/main" id="{6A1086BD-8520-45A9-A9F1-FC310CB4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25" name="Título del contenido S16">
            <a:extLst xmlns:a="http://schemas.openxmlformats.org/drawingml/2006/main">
              <a:ext uri="{FF2B5EF4-FFF2-40B4-BE49-F238E27FC236}">
                <a16:creationId xmlns:a16="http://schemas.microsoft.com/office/drawing/2014/main" id="{F6825046-BB20-40C0-A247-14041F3D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Inicio de sesión</a:t>
            </a:r>
          </a:p>
        </p:txBody>
      </p:sp>
      <p:sp>
        <p:nvSpPr>
          <p:cNvPr id="326" name="Texto del contenido S16">
            <a:extLst xmlns:a="http://schemas.openxmlformats.org/drawingml/2006/main">
              <a:ext uri="{FF2B5EF4-FFF2-40B4-BE49-F238E27FC236}">
                <a16:creationId xmlns:a16="http://schemas.microsoft.com/office/drawing/2014/main" id="{FEB89C35-91CB-4EED-9598-4895667B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ControladorLogin envía las credenciales al servidor. Si la respuesta es correcta, abre la ventana de conversiones.</a:t>
            </a:r>
          </a:p>
        </p:txBody>
      </p:sp>
      <p:sp>
        <p:nvSpPr>
          <p:cNvPr id="327" name="Marcador imagen S16">
            <a:extLst xmlns:a="http://schemas.openxmlformats.org/drawingml/2006/main">
              <a:ext uri="{FF2B5EF4-FFF2-40B4-BE49-F238E27FC236}">
                <a16:creationId xmlns:a16="http://schemas.microsoft.com/office/drawing/2014/main" id="{4C8F8D7E-CEA3-4C05-9723-79296051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del inicio de sesión Swing con usuario y clave ocultos</a:t>
            </a:r>
          </a:p>
        </p:txBody>
      </p:sp>
    </p:spTree>
    <p:extLst>
      <p:ext uri="{BB962C8B-B14F-4D97-AF65-F5344CB8AC3E}">
        <p14:creationId xmlns:p14="http://schemas.microsoft.com/office/powerpoint/2010/main" val="41612554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5" name="Google Shape;335;g2d6d00c5bd2_2_19">
            <a:extLst xmlns:a="http://schemas.openxmlformats.org/drawingml/2006/main">
              <a:ext uri="{FF2B5EF4-FFF2-40B4-BE49-F238E27FC236}">
                <a16:creationId xmlns:a16="http://schemas.microsoft.com/office/drawing/2014/main" id="{6203560E-8377-4D46-ADDB-786D0DF2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Fondo blanco del contenido S17">
            <a:extLst xmlns:a="http://schemas.openxmlformats.org/drawingml/2006/main">
              <a:ext uri="{FF2B5EF4-FFF2-40B4-BE49-F238E27FC236}">
                <a16:creationId xmlns:a16="http://schemas.microsoft.com/office/drawing/2014/main" id="{FC2F99F1-DAF3-45A5-888E-CBC67A3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Franja superior azul S17">
            <a:extLst xmlns:a="http://schemas.openxmlformats.org/drawingml/2006/main">
              <a:ext uri="{FF2B5EF4-FFF2-40B4-BE49-F238E27FC236}">
                <a16:creationId xmlns:a16="http://schemas.microsoft.com/office/drawing/2014/main" id="{FD6EDABC-5414-43E0-8E84-988E8AE9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Acento superior 1 S17">
            <a:extLst xmlns:a="http://schemas.openxmlformats.org/drawingml/2006/main">
              <a:ext uri="{FF2B5EF4-FFF2-40B4-BE49-F238E27FC236}">
                <a16:creationId xmlns:a16="http://schemas.microsoft.com/office/drawing/2014/main" id="{2821470C-6E93-456E-86E2-E8D55F14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Acento superior 2 S17">
            <a:extLst xmlns:a="http://schemas.openxmlformats.org/drawingml/2006/main">
              <a:ext uri="{FF2B5EF4-FFF2-40B4-BE49-F238E27FC236}">
                <a16:creationId xmlns:a16="http://schemas.microsoft.com/office/drawing/2014/main" id="{DB52359D-1E06-49F6-9AFE-DC1B022B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Acento superior 3 S17">
            <a:extLst xmlns:a="http://schemas.openxmlformats.org/drawingml/2006/main">
              <a:ext uri="{FF2B5EF4-FFF2-40B4-BE49-F238E27FC236}">
                <a16:creationId xmlns:a16="http://schemas.microsoft.com/office/drawing/2014/main" id="{7356BA75-E89B-4C22-B8C6-0B4306D2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Título de sección S17">
            <a:extLst xmlns:a="http://schemas.openxmlformats.org/drawingml/2006/main">
              <a:ext uri="{FF2B5EF4-FFF2-40B4-BE49-F238E27FC236}">
                <a16:creationId xmlns:a16="http://schemas.microsoft.com/office/drawing/2014/main" id="{01EBA485-5451-4CF6-BCA5-7E97F1FB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43" name="Título del contenido S17">
            <a:extLst xmlns:a="http://schemas.openxmlformats.org/drawingml/2006/main">
              <a:ext uri="{FF2B5EF4-FFF2-40B4-BE49-F238E27FC236}">
                <a16:creationId xmlns:a16="http://schemas.microsoft.com/office/drawing/2014/main" id="{B0CE05B1-CFB5-4E2A-96EC-7E27BEEC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 de conversión</a:t>
            </a:r>
          </a:p>
        </p:txBody>
      </p:sp>
      <p:sp>
        <p:nvSpPr>
          <p:cNvPr id="344" name="Texto del contenido S17">
            <a:extLst xmlns:a="http://schemas.openxmlformats.org/drawingml/2006/main">
              <a:ext uri="{FF2B5EF4-FFF2-40B4-BE49-F238E27FC236}">
                <a16:creationId xmlns:a16="http://schemas.microsoft.com/office/drawing/2014/main" id="{C0845671-C2D1-470C-AAEF-26A22B71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Las llamadas HTTP se ejecutan en SwingWorker para mantener la interfaz disponible. El controlador envía el valor y presenta el resultado o el error recibido.</a:t>
            </a:r>
          </a:p>
        </p:txBody>
      </p:sp>
      <p:sp>
        <p:nvSpPr>
          <p:cNvPr id="345" name="Marcador imagen S17">
            <a:extLst xmlns:a="http://schemas.openxmlformats.org/drawingml/2006/main">
              <a:ext uri="{FF2B5EF4-FFF2-40B4-BE49-F238E27FC236}">
                <a16:creationId xmlns:a16="http://schemas.microsoft.com/office/drawing/2014/main" id="{2760191B-5EDF-47A4-8257-B91EBE2E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Ventana Swing de conversión con categoría, unidades y resultado</a:t>
            </a:r>
          </a:p>
        </p:txBody>
      </p:sp>
    </p:spTree>
    <p:extLst>
      <p:ext uri="{BB962C8B-B14F-4D97-AF65-F5344CB8AC3E}">
        <p14:creationId xmlns:p14="http://schemas.microsoft.com/office/powerpoint/2010/main" val="18491284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3" name="Google Shape;343;p32">
            <a:extLst xmlns:a="http://schemas.openxmlformats.org/drawingml/2006/main">
              <a:ext uri="{FF2B5EF4-FFF2-40B4-BE49-F238E27FC236}">
                <a16:creationId xmlns:a16="http://schemas.microsoft.com/office/drawing/2014/main" id="{A8C44E00-09AA-4768-873A-8A798E02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5" name="Fondo blanco del contenido S18">
            <a:extLst xmlns:a="http://schemas.openxmlformats.org/drawingml/2006/main">
              <a:ext uri="{FF2B5EF4-FFF2-40B4-BE49-F238E27FC236}">
                <a16:creationId xmlns:a16="http://schemas.microsoft.com/office/drawing/2014/main" id="{8DB0FE11-4700-4389-BF02-82B12E2F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Franja superior azul S18">
            <a:extLst xmlns:a="http://schemas.openxmlformats.org/drawingml/2006/main">
              <a:ext uri="{FF2B5EF4-FFF2-40B4-BE49-F238E27FC236}">
                <a16:creationId xmlns:a16="http://schemas.microsoft.com/office/drawing/2014/main" id="{55ACDD45-E64A-41E3-BE3F-1B852509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Acento superior 1 S18">
            <a:extLst xmlns:a="http://schemas.openxmlformats.org/drawingml/2006/main">
              <a:ext uri="{FF2B5EF4-FFF2-40B4-BE49-F238E27FC236}">
                <a16:creationId xmlns:a16="http://schemas.microsoft.com/office/drawing/2014/main" id="{4542899F-0D75-4D53-B787-3207D921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Acento superior 2 S18">
            <a:extLst xmlns:a="http://schemas.openxmlformats.org/drawingml/2006/main">
              <a:ext uri="{FF2B5EF4-FFF2-40B4-BE49-F238E27FC236}">
                <a16:creationId xmlns:a16="http://schemas.microsoft.com/office/drawing/2014/main" id="{4D13A0AD-5795-4C0C-8BC2-AAF0726D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Acento superior 3 S18">
            <a:extLst xmlns:a="http://schemas.openxmlformats.org/drawingml/2006/main">
              <a:ext uri="{FF2B5EF4-FFF2-40B4-BE49-F238E27FC236}">
                <a16:creationId xmlns:a16="http://schemas.microsoft.com/office/drawing/2014/main" id="{B79B3AFD-C3C8-47DE-9E2D-CBDD4017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Título de sección S18">
            <a:extLst xmlns:a="http://schemas.openxmlformats.org/drawingml/2006/main">
              <a:ext uri="{FF2B5EF4-FFF2-40B4-BE49-F238E27FC236}">
                <a16:creationId xmlns:a16="http://schemas.microsoft.com/office/drawing/2014/main" id="{5731747B-6B51-47D8-A142-46394FB8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51" name="Título del contenido S18">
            <a:extLst xmlns:a="http://schemas.openxmlformats.org/drawingml/2006/main">
              <a:ext uri="{FF2B5EF4-FFF2-40B4-BE49-F238E27FC236}">
                <a16:creationId xmlns:a16="http://schemas.microsoft.com/office/drawing/2014/main" id="{3B175E7E-26E7-40B5-9206-6D669B16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web Java</a:t>
            </a:r>
          </a:p>
        </p:txBody>
      </p:sp>
      <p:sp>
        <p:nvSpPr>
          <p:cNvPr id="352" name="Texto del contenido S18">
            <a:extLst xmlns:a="http://schemas.openxmlformats.org/drawingml/2006/main">
              <a:ext uri="{FF2B5EF4-FFF2-40B4-BE49-F238E27FC236}">
                <a16:creationId xmlns:a16="http://schemas.microsoft.com/office/drawing/2014/main" id="{81DAE47E-B620-4DBA-9215-55A26D39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Java 21, Servlets, JSP y Maven. Payara aloja el WAR; ClienteRest consume la API con HttpClient y JSON-B.</a:t>
            </a:r>
          </a:p>
        </p:txBody>
      </p:sp>
      <p:sp>
        <p:nvSpPr>
          <p:cNvPr id="353" name="Marcador imagen S18">
            <a:extLst xmlns:a="http://schemas.openxmlformats.org/drawingml/2006/main">
              <a:ext uri="{FF2B5EF4-FFF2-40B4-BE49-F238E27FC236}">
                <a16:creationId xmlns:a16="http://schemas.microsoft.com/office/drawing/2014/main" id="{A4F7F6B0-B487-419E-968F-1F63ACD2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Estructura del proyecto web, paquetes MVC y vistas JSP</a:t>
            </a:r>
          </a:p>
        </p:txBody>
      </p:sp>
    </p:spTree>
    <p:extLst>
      <p:ext uri="{BB962C8B-B14F-4D97-AF65-F5344CB8AC3E}">
        <p14:creationId xmlns:p14="http://schemas.microsoft.com/office/powerpoint/2010/main" val="179338520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7" name="Google Shape;377;g319782968e5_0_88">
            <a:extLst xmlns:a="http://schemas.openxmlformats.org/drawingml/2006/main">
              <a:ext uri="{FF2B5EF4-FFF2-40B4-BE49-F238E27FC236}">
                <a16:creationId xmlns:a16="http://schemas.microsoft.com/office/drawing/2014/main" id="{55A9D044-95A5-4688-984E-E5DABE2F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Fondo blanco del contenido S19">
            <a:extLst xmlns:a="http://schemas.openxmlformats.org/drawingml/2006/main">
              <a:ext uri="{FF2B5EF4-FFF2-40B4-BE49-F238E27FC236}">
                <a16:creationId xmlns:a16="http://schemas.microsoft.com/office/drawing/2014/main" id="{EDFBC877-637A-4038-BD92-26D7A911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Franja superior azul S19">
            <a:extLst xmlns:a="http://schemas.openxmlformats.org/drawingml/2006/main">
              <a:ext uri="{FF2B5EF4-FFF2-40B4-BE49-F238E27FC236}">
                <a16:creationId xmlns:a16="http://schemas.microsoft.com/office/drawing/2014/main" id="{8949DE7D-96E4-493A-8731-76BE58F3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Acento superior 1 S19">
            <a:extLst xmlns:a="http://schemas.openxmlformats.org/drawingml/2006/main">
              <a:ext uri="{FF2B5EF4-FFF2-40B4-BE49-F238E27FC236}">
                <a16:creationId xmlns:a16="http://schemas.microsoft.com/office/drawing/2014/main" id="{FB784D14-EBD6-4C3D-BA8F-93EE72D9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Acento superior 2 S19">
            <a:extLst xmlns:a="http://schemas.openxmlformats.org/drawingml/2006/main">
              <a:ext uri="{FF2B5EF4-FFF2-40B4-BE49-F238E27FC236}">
                <a16:creationId xmlns:a16="http://schemas.microsoft.com/office/drawing/2014/main" id="{90F4C11A-FC4D-45F8-9BA1-E2C1DD7D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Acento superior 3 S19">
            <a:extLst xmlns:a="http://schemas.openxmlformats.org/drawingml/2006/main">
              <a:ext uri="{FF2B5EF4-FFF2-40B4-BE49-F238E27FC236}">
                <a16:creationId xmlns:a16="http://schemas.microsoft.com/office/drawing/2014/main" id="{59C40456-CEE3-4DC4-9160-7AA051EB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Título de sección S19">
            <a:extLst xmlns:a="http://schemas.openxmlformats.org/drawingml/2006/main">
              <a:ext uri="{FF2B5EF4-FFF2-40B4-BE49-F238E27FC236}">
                <a16:creationId xmlns:a16="http://schemas.microsoft.com/office/drawing/2014/main" id="{67355AD1-533F-4350-8699-2BFCE307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85" name="Título del contenido S19">
            <a:extLst xmlns:a="http://schemas.openxmlformats.org/drawingml/2006/main">
              <a:ext uri="{FF2B5EF4-FFF2-40B4-BE49-F238E27FC236}">
                <a16:creationId xmlns:a16="http://schemas.microsoft.com/office/drawing/2014/main" id="{8458D636-3E22-4402-A773-A3072E89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Servlets y sesión HTTP</a:t>
            </a:r>
          </a:p>
        </p:txBody>
      </p:sp>
      <p:sp>
        <p:nvSpPr>
          <p:cNvPr id="386" name="Texto del contenido S19">
            <a:extLst xmlns:a="http://schemas.openxmlformats.org/drawingml/2006/main">
              <a:ext uri="{FF2B5EF4-FFF2-40B4-BE49-F238E27FC236}">
                <a16:creationId xmlns:a16="http://schemas.microsoft.com/office/drawing/2014/main" id="{2933916A-9055-4395-866C-2B1FC389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Los Servlets gestionan acceso, recuperación y conversiones. El token Bearer se guarda en sesión HTTP; los formularios POST usan protección CSRF.</a:t>
            </a:r>
          </a:p>
        </p:txBody>
      </p:sp>
      <p:sp>
        <p:nvSpPr>
          <p:cNvPr id="387" name="Marcador imagen S19">
            <a:extLst xmlns:a="http://schemas.openxmlformats.org/drawingml/2006/main">
              <a:ext uri="{FF2B5EF4-FFF2-40B4-BE49-F238E27FC236}">
                <a16:creationId xmlns:a16="http://schemas.microsoft.com/office/drawing/2014/main" id="{31C18173-1C66-4541-AC85-0C3E2BB4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Flujo ConversionServlet, ConversorWebService y ClienteRest; incluir FiltroSesion y FiltroCsrf</a:t>
            </a:r>
          </a:p>
        </p:txBody>
      </p:sp>
    </p:spTree>
    <p:extLst>
      <p:ext uri="{BB962C8B-B14F-4D97-AF65-F5344CB8AC3E}">
        <p14:creationId xmlns:p14="http://schemas.microsoft.com/office/powerpoint/2010/main" val="21303881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5" name="Google Shape;385;g319782968e5_0_73">
            <a:extLst xmlns:a="http://schemas.openxmlformats.org/drawingml/2006/main">
              <a:ext uri="{FF2B5EF4-FFF2-40B4-BE49-F238E27FC236}">
                <a16:creationId xmlns:a16="http://schemas.microsoft.com/office/drawing/2014/main" id="{B913EFC6-6384-4CEE-A9BA-C09B98BF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Fondo blanco del contenido S20">
            <a:extLst xmlns:a="http://schemas.openxmlformats.org/drawingml/2006/main">
              <a:ext uri="{FF2B5EF4-FFF2-40B4-BE49-F238E27FC236}">
                <a16:creationId xmlns:a16="http://schemas.microsoft.com/office/drawing/2014/main" id="{F46A36E8-93C6-446A-BAFE-3715CF79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Franja superior azul S20">
            <a:extLst xmlns:a="http://schemas.openxmlformats.org/drawingml/2006/main">
              <a:ext uri="{FF2B5EF4-FFF2-40B4-BE49-F238E27FC236}">
                <a16:creationId xmlns:a16="http://schemas.microsoft.com/office/drawing/2014/main" id="{F182531A-5DA2-4155-A8DD-37298F56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Acento superior 1 S20">
            <a:extLst xmlns:a="http://schemas.openxmlformats.org/drawingml/2006/main">
              <a:ext uri="{FF2B5EF4-FFF2-40B4-BE49-F238E27FC236}">
                <a16:creationId xmlns:a16="http://schemas.microsoft.com/office/drawing/2014/main" id="{996BC4F6-D2E8-41BF-997F-5A4BFDDA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Acento superior 2 S20">
            <a:extLst xmlns:a="http://schemas.openxmlformats.org/drawingml/2006/main">
              <a:ext uri="{FF2B5EF4-FFF2-40B4-BE49-F238E27FC236}">
                <a16:creationId xmlns:a16="http://schemas.microsoft.com/office/drawing/2014/main" id="{614D5A18-6BEC-41A8-B776-4BC3634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Acento superior 3 S20">
            <a:extLst xmlns:a="http://schemas.openxmlformats.org/drawingml/2006/main">
              <a:ext uri="{FF2B5EF4-FFF2-40B4-BE49-F238E27FC236}">
                <a16:creationId xmlns:a16="http://schemas.microsoft.com/office/drawing/2014/main" id="{C3249603-A2D8-4767-94DF-421D3D65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Título de sección S20">
            <a:extLst xmlns:a="http://schemas.openxmlformats.org/drawingml/2006/main">
              <a:ext uri="{FF2B5EF4-FFF2-40B4-BE49-F238E27FC236}">
                <a16:creationId xmlns:a16="http://schemas.microsoft.com/office/drawing/2014/main" id="{06BAB58B-49B8-4269-A6D4-2A532B4E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93" name="Título del contenido S20">
            <a:extLst xmlns:a="http://schemas.openxmlformats.org/drawingml/2006/main">
              <a:ext uri="{FF2B5EF4-FFF2-40B4-BE49-F238E27FC236}">
                <a16:creationId xmlns:a16="http://schemas.microsoft.com/office/drawing/2014/main" id="{731B6112-11F3-4139-A333-2731F502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JSP</a:t>
            </a:r>
          </a:p>
        </p:txBody>
      </p:sp>
      <p:sp>
        <p:nvSpPr>
          <p:cNvPr id="394" name="Texto del contenido S20">
            <a:extLst xmlns:a="http://schemas.openxmlformats.org/drawingml/2006/main">
              <a:ext uri="{FF2B5EF4-FFF2-40B4-BE49-F238E27FC236}">
                <a16:creationId xmlns:a16="http://schemas.microsoft.com/office/drawing/2014/main" id="{C8B8E7C2-A084-4543-B86C-700463C4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login.jsp y recuperar-clave.jsp reciben las credenciales. conversor.jsp presenta las categorías, unidades, formulario y respuesta.</a:t>
            </a:r>
          </a:p>
        </p:txBody>
      </p:sp>
      <p:sp>
        <p:nvSpPr>
          <p:cNvPr id="395" name="Marcador imagen S20">
            <a:extLst xmlns:a="http://schemas.openxmlformats.org/drawingml/2006/main">
              <a:ext uri="{FF2B5EF4-FFF2-40B4-BE49-F238E27FC236}">
                <a16:creationId xmlns:a16="http://schemas.microsoft.com/office/drawing/2014/main" id="{7C8B2734-A002-41B3-BAE6-CC41FD4B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login.jsp y conversor.jsp del cliente web</a:t>
            </a:r>
          </a:p>
        </p:txBody>
      </p:sp>
    </p:spTree>
    <p:extLst>
      <p:ext uri="{BB962C8B-B14F-4D97-AF65-F5344CB8AC3E}">
        <p14:creationId xmlns:p14="http://schemas.microsoft.com/office/powerpoint/2010/main" val="121091183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1" name="Google Shape;401;g319782968e5_0_112">
            <a:extLst xmlns:a="http://schemas.openxmlformats.org/drawingml/2006/main">
              <a:ext uri="{FF2B5EF4-FFF2-40B4-BE49-F238E27FC236}">
                <a16:creationId xmlns:a16="http://schemas.microsoft.com/office/drawing/2014/main" id="{44E84EC4-9884-4941-9CD4-209A952F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3" name="Fondo blanco del contenido S21">
            <a:extLst xmlns:a="http://schemas.openxmlformats.org/drawingml/2006/main">
              <a:ext uri="{FF2B5EF4-FFF2-40B4-BE49-F238E27FC236}">
                <a16:creationId xmlns:a16="http://schemas.microsoft.com/office/drawing/2014/main" id="{F4666D95-7C49-45A9-82E0-82725582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Franja superior azul S21">
            <a:extLst xmlns:a="http://schemas.openxmlformats.org/drawingml/2006/main">
              <a:ext uri="{FF2B5EF4-FFF2-40B4-BE49-F238E27FC236}">
                <a16:creationId xmlns:a16="http://schemas.microsoft.com/office/drawing/2014/main" id="{454C65D2-0C5C-4F83-AE0B-B42CD4B5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Acento superior 1 S21">
            <a:extLst xmlns:a="http://schemas.openxmlformats.org/drawingml/2006/main">
              <a:ext uri="{FF2B5EF4-FFF2-40B4-BE49-F238E27FC236}">
                <a16:creationId xmlns:a16="http://schemas.microsoft.com/office/drawing/2014/main" id="{3E895756-4AE9-41E8-9ACB-4BE882A4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Acento superior 2 S21">
            <a:extLst xmlns:a="http://schemas.openxmlformats.org/drawingml/2006/main">
              <a:ext uri="{FF2B5EF4-FFF2-40B4-BE49-F238E27FC236}">
                <a16:creationId xmlns:a16="http://schemas.microsoft.com/office/drawing/2014/main" id="{0A715A45-5E25-4064-8D8A-36051B0B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Acento superior 3 S21">
            <a:extLst xmlns:a="http://schemas.openxmlformats.org/drawingml/2006/main">
              <a:ext uri="{FF2B5EF4-FFF2-40B4-BE49-F238E27FC236}">
                <a16:creationId xmlns:a16="http://schemas.microsoft.com/office/drawing/2014/main" id="{EE5200EF-AADE-4BEF-B497-DBACCD30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Título de sección S21">
            <a:extLst xmlns:a="http://schemas.openxmlformats.org/drawingml/2006/main">
              <a:ext uri="{FF2B5EF4-FFF2-40B4-BE49-F238E27FC236}">
                <a16:creationId xmlns:a16="http://schemas.microsoft.com/office/drawing/2014/main" id="{E715B03C-C518-405C-9818-1D30EA9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09" name="Título del contenido S21">
            <a:extLst xmlns:a="http://schemas.openxmlformats.org/drawingml/2006/main">
              <a:ext uri="{FF2B5EF4-FFF2-40B4-BE49-F238E27FC236}">
                <a16:creationId xmlns:a16="http://schemas.microsoft.com/office/drawing/2014/main" id="{B0D81D13-8B8D-4440-9F14-FBF52C13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Despliegue en Payara</a:t>
            </a:r>
          </a:p>
        </p:txBody>
      </p:sp>
      <p:sp>
        <p:nvSpPr>
          <p:cNvPr id="410" name="Texto del contenido S21">
            <a:extLst xmlns:a="http://schemas.openxmlformats.org/drawingml/2006/main">
              <a:ext uri="{FF2B5EF4-FFF2-40B4-BE49-F238E27FC236}">
                <a16:creationId xmlns:a16="http://schemas.microsoft.com/office/drawing/2014/main" id="{7E0F96F8-B1AC-4B1B-8BC8-1B3A10BE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Primero se despliega el servidor REST. Después se compila el cliente con Maven, se despliega su WAR y se abre el contexto web.</a:t>
            </a:r>
          </a:p>
        </p:txBody>
      </p:sp>
      <p:sp>
        <p:nvSpPr>
          <p:cNvPr id="411" name="Marcador imagen S21">
            <a:extLst xmlns:a="http://schemas.openxmlformats.org/drawingml/2006/main">
              <a:ext uri="{FF2B5EF4-FFF2-40B4-BE49-F238E27FC236}">
                <a16:creationId xmlns:a16="http://schemas.microsoft.com/office/drawing/2014/main" id="{A783D9E1-EDD4-45A5-A157-A02FD580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Payara con el servidor REST y el WAR web desplegados</a:t>
            </a:r>
          </a:p>
        </p:txBody>
      </p:sp>
    </p:spTree>
    <p:extLst>
      <p:ext uri="{BB962C8B-B14F-4D97-AF65-F5344CB8AC3E}">
        <p14:creationId xmlns:p14="http://schemas.microsoft.com/office/powerpoint/2010/main" val="87825916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1" name="Google Shape;411;g319782968e5_0_135">
            <a:extLst xmlns:a="http://schemas.openxmlformats.org/drawingml/2006/main">
              <a:ext uri="{FF2B5EF4-FFF2-40B4-BE49-F238E27FC236}">
                <a16:creationId xmlns:a16="http://schemas.microsoft.com/office/drawing/2014/main" id="{CB4A8B47-BE48-4A97-A917-167192DC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3" name="Fondo blanco del contenido S22">
            <a:extLst xmlns:a="http://schemas.openxmlformats.org/drawingml/2006/main">
              <a:ext uri="{FF2B5EF4-FFF2-40B4-BE49-F238E27FC236}">
                <a16:creationId xmlns:a16="http://schemas.microsoft.com/office/drawing/2014/main" id="{A64DE1DF-1F79-4094-88CE-679CC40D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Franja superior azul S22">
            <a:extLst xmlns:a="http://schemas.openxmlformats.org/drawingml/2006/main">
              <a:ext uri="{FF2B5EF4-FFF2-40B4-BE49-F238E27FC236}">
                <a16:creationId xmlns:a16="http://schemas.microsoft.com/office/drawing/2014/main" id="{DB7037E4-68DE-47C2-A46E-66CDB2A7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Acento superior 1 S22">
            <a:extLst xmlns:a="http://schemas.openxmlformats.org/drawingml/2006/main">
              <a:ext uri="{FF2B5EF4-FFF2-40B4-BE49-F238E27FC236}">
                <a16:creationId xmlns:a16="http://schemas.microsoft.com/office/drawing/2014/main" id="{F1B2D875-6CE0-4854-88C7-28307730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Acento superior 2 S22">
            <a:extLst xmlns:a="http://schemas.openxmlformats.org/drawingml/2006/main">
              <a:ext uri="{FF2B5EF4-FFF2-40B4-BE49-F238E27FC236}">
                <a16:creationId xmlns:a16="http://schemas.microsoft.com/office/drawing/2014/main" id="{68DD59A8-F1E2-4659-B216-2E9BF1FE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Acento superior 3 S22">
            <a:extLst xmlns:a="http://schemas.openxmlformats.org/drawingml/2006/main">
              <a:ext uri="{FF2B5EF4-FFF2-40B4-BE49-F238E27FC236}">
                <a16:creationId xmlns:a16="http://schemas.microsoft.com/office/drawing/2014/main" id="{8242EAB0-7429-4545-8F3D-50732E6D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Título de sección S22">
            <a:extLst xmlns:a="http://schemas.openxmlformats.org/drawingml/2006/main">
              <a:ext uri="{FF2B5EF4-FFF2-40B4-BE49-F238E27FC236}">
                <a16:creationId xmlns:a16="http://schemas.microsoft.com/office/drawing/2014/main" id="{0C527865-BC8E-4C36-A6D5-7A70E429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19" name="Título del contenido S22">
            <a:extLst xmlns:a="http://schemas.openxmlformats.org/drawingml/2006/main">
              <a:ext uri="{FF2B5EF4-FFF2-40B4-BE49-F238E27FC236}">
                <a16:creationId xmlns:a16="http://schemas.microsoft.com/office/drawing/2014/main" id="{6E8D1C57-FA02-41FC-B14A-CC31E225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 web</a:t>
            </a:r>
          </a:p>
        </p:txBody>
      </p:sp>
      <p:sp>
        <p:nvSpPr>
          <p:cNvPr id="420" name="Texto del contenido S22">
            <a:extLst xmlns:a="http://schemas.openxmlformats.org/drawingml/2006/main">
              <a:ext uri="{FF2B5EF4-FFF2-40B4-BE49-F238E27FC236}">
                <a16:creationId xmlns:a16="http://schemas.microsoft.com/office/drawing/2014/main" id="{8D0E4F10-EECF-4A05-88AE-DDF5ABF5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AutenticacionServlet invoca el servicio y guarda el token en sesión HTTP. FiltroSesion protege las rutas privadas.</a:t>
            </a:r>
          </a:p>
        </p:txBody>
      </p:sp>
      <p:sp>
        <p:nvSpPr>
          <p:cNvPr id="421" name="Marcador imagen S22">
            <a:extLst xmlns:a="http://schemas.openxmlformats.org/drawingml/2006/main">
              <a:ext uri="{FF2B5EF4-FFF2-40B4-BE49-F238E27FC236}">
                <a16:creationId xmlns:a16="http://schemas.microsoft.com/office/drawing/2014/main" id="{253E1287-41B6-4D6F-9A2B-90E94BCD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Formulario web de acceso, sin credenciales visibles</a:t>
            </a:r>
          </a:p>
        </p:txBody>
      </p:sp>
    </p:spTree>
    <p:extLst>
      <p:ext uri="{BB962C8B-B14F-4D97-AF65-F5344CB8AC3E}">
        <p14:creationId xmlns:p14="http://schemas.microsoft.com/office/powerpoint/2010/main" val="202151680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9" name="Google Shape;419;g319782968e5_0_123">
            <a:extLst xmlns:a="http://schemas.openxmlformats.org/drawingml/2006/main">
              <a:ext uri="{FF2B5EF4-FFF2-40B4-BE49-F238E27FC236}">
                <a16:creationId xmlns:a16="http://schemas.microsoft.com/office/drawing/2014/main" id="{66B363B7-452F-4E39-9220-1DB95D4B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1" name="Fondo blanco del contenido S23">
            <a:extLst xmlns:a="http://schemas.openxmlformats.org/drawingml/2006/main">
              <a:ext uri="{FF2B5EF4-FFF2-40B4-BE49-F238E27FC236}">
                <a16:creationId xmlns:a16="http://schemas.microsoft.com/office/drawing/2014/main" id="{D08937AF-4F1A-4523-8922-D64D9673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Franja superior azul S23">
            <a:extLst xmlns:a="http://schemas.openxmlformats.org/drawingml/2006/main">
              <a:ext uri="{FF2B5EF4-FFF2-40B4-BE49-F238E27FC236}">
                <a16:creationId xmlns:a16="http://schemas.microsoft.com/office/drawing/2014/main" id="{6B08D76A-F0F5-494E-B9BE-179A68DC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Acento superior 1 S23">
            <a:extLst xmlns:a="http://schemas.openxmlformats.org/drawingml/2006/main">
              <a:ext uri="{FF2B5EF4-FFF2-40B4-BE49-F238E27FC236}">
                <a16:creationId xmlns:a16="http://schemas.microsoft.com/office/drawing/2014/main" id="{03D46EA4-0C3E-4B20-A778-51362598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Acento superior 2 S23">
            <a:extLst xmlns:a="http://schemas.openxmlformats.org/drawingml/2006/main">
              <a:ext uri="{FF2B5EF4-FFF2-40B4-BE49-F238E27FC236}">
                <a16:creationId xmlns:a16="http://schemas.microsoft.com/office/drawing/2014/main" id="{C2EF3113-66FC-4DE6-8EAF-8FEB4F3F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Acento superior 3 S23">
            <a:extLst xmlns:a="http://schemas.openxmlformats.org/drawingml/2006/main">
              <a:ext uri="{FF2B5EF4-FFF2-40B4-BE49-F238E27FC236}">
                <a16:creationId xmlns:a16="http://schemas.microsoft.com/office/drawing/2014/main" id="{5B170949-9AFA-4A27-AE76-720B400E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Título de sección S23">
            <a:extLst xmlns:a="http://schemas.openxmlformats.org/drawingml/2006/main">
              <a:ext uri="{FF2B5EF4-FFF2-40B4-BE49-F238E27FC236}">
                <a16:creationId xmlns:a16="http://schemas.microsoft.com/office/drawing/2014/main" id="{0BDCB881-C54E-4E8D-98F6-353609D6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27" name="Título del contenido S23">
            <a:extLst xmlns:a="http://schemas.openxmlformats.org/drawingml/2006/main">
              <a:ext uri="{FF2B5EF4-FFF2-40B4-BE49-F238E27FC236}">
                <a16:creationId xmlns:a16="http://schemas.microsoft.com/office/drawing/2014/main" id="{79B794E5-A0B7-43E4-9C80-E187745A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Conversor web</a:t>
            </a:r>
          </a:p>
        </p:txBody>
      </p:sp>
      <p:sp>
        <p:nvSpPr>
          <p:cNvPr id="428" name="Texto del contenido S23">
            <a:extLst xmlns:a="http://schemas.openxmlformats.org/drawingml/2006/main">
              <a:ext uri="{FF2B5EF4-FFF2-40B4-BE49-F238E27FC236}">
                <a16:creationId xmlns:a16="http://schemas.microsoft.com/office/drawing/2014/main" id="{BE2B1544-39EF-4F75-9185-DEADF766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usuario selecciona categoría y unidades, ingresa el valor y envía la conversión a la API REST.</a:t>
            </a:r>
          </a:p>
        </p:txBody>
      </p:sp>
      <p:sp>
        <p:nvSpPr>
          <p:cNvPr id="429" name="Marcador imagen S23">
            <a:extLst xmlns:a="http://schemas.openxmlformats.org/drawingml/2006/main">
              <a:ext uri="{FF2B5EF4-FFF2-40B4-BE49-F238E27FC236}">
                <a16:creationId xmlns:a16="http://schemas.microsoft.com/office/drawing/2014/main" id="{55452C2D-72CC-4B84-98F9-5C344CBC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Página conversor.jsp con categoría, unidades y respuesta real</a:t>
            </a:r>
          </a:p>
        </p:txBody>
      </p:sp>
    </p:spTree>
    <p:extLst>
      <p:ext uri="{BB962C8B-B14F-4D97-AF65-F5344CB8AC3E}">
        <p14:creationId xmlns:p14="http://schemas.microsoft.com/office/powerpoint/2010/main" val="102191996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7" name="Google Shape;427;p37">
            <a:extLst xmlns:a="http://schemas.openxmlformats.org/drawingml/2006/main">
              <a:ext uri="{FF2B5EF4-FFF2-40B4-BE49-F238E27FC236}">
                <a16:creationId xmlns:a16="http://schemas.microsoft.com/office/drawing/2014/main" id="{F100B0FA-0D45-4CBF-9B86-20BC4457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3" name="Fondo blanco del contenido S24">
            <a:extLst xmlns:a="http://schemas.openxmlformats.org/drawingml/2006/main">
              <a:ext uri="{FF2B5EF4-FFF2-40B4-BE49-F238E27FC236}">
                <a16:creationId xmlns:a16="http://schemas.microsoft.com/office/drawing/2014/main" id="{8AAD1CBB-272B-4CC8-B363-A9117DAA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Franja superior azul S24">
            <a:extLst xmlns:a="http://schemas.openxmlformats.org/drawingml/2006/main">
              <a:ext uri="{FF2B5EF4-FFF2-40B4-BE49-F238E27FC236}">
                <a16:creationId xmlns:a16="http://schemas.microsoft.com/office/drawing/2014/main" id="{AF56F0A7-986E-4D23-8CCF-81CAEAD3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Acento superior 1 S24">
            <a:extLst xmlns:a="http://schemas.openxmlformats.org/drawingml/2006/main">
              <a:ext uri="{FF2B5EF4-FFF2-40B4-BE49-F238E27FC236}">
                <a16:creationId xmlns:a16="http://schemas.microsoft.com/office/drawing/2014/main" id="{46C110C0-3A6B-47E7-9A9D-B992837C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Acento superior 2 S24">
            <a:extLst xmlns:a="http://schemas.openxmlformats.org/drawingml/2006/main">
              <a:ext uri="{FF2B5EF4-FFF2-40B4-BE49-F238E27FC236}">
                <a16:creationId xmlns:a16="http://schemas.microsoft.com/office/drawing/2014/main" id="{24B3DB4D-B729-4AD2-93BE-82E36408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Acento superior 3 S24">
            <a:extLst xmlns:a="http://schemas.openxmlformats.org/drawingml/2006/main">
              <a:ext uri="{FF2B5EF4-FFF2-40B4-BE49-F238E27FC236}">
                <a16:creationId xmlns:a16="http://schemas.microsoft.com/office/drawing/2014/main" id="{17DF7B68-A40E-4A03-8865-17EB7D61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Título de sección S24">
            <a:extLst xmlns:a="http://schemas.openxmlformats.org/drawingml/2006/main">
              <a:ext uri="{FF2B5EF4-FFF2-40B4-BE49-F238E27FC236}">
                <a16:creationId xmlns:a16="http://schemas.microsoft.com/office/drawing/2014/main" id="{F1E10FFF-13CC-429F-B249-F15309F5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39" name="Título del contenido S24">
            <a:extLst xmlns:a="http://schemas.openxmlformats.org/drawingml/2006/main">
              <a:ext uri="{FF2B5EF4-FFF2-40B4-BE49-F238E27FC236}">
                <a16:creationId xmlns:a16="http://schemas.microsoft.com/office/drawing/2014/main" id="{062F9DEA-DD14-4465-9417-CD29B94E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Android en Java</a:t>
            </a:r>
          </a:p>
        </p:txBody>
      </p:sp>
      <p:sp>
        <p:nvSpPr>
          <p:cNvPr id="440" name="Texto del contenido S24">
            <a:extLst xmlns:a="http://schemas.openxmlformats.org/drawingml/2006/main">
              <a:ext uri="{FF2B5EF4-FFF2-40B4-BE49-F238E27FC236}">
                <a16:creationId xmlns:a16="http://schemas.microsoft.com/office/drawing/2014/main" id="{D888977A-2A6C-450F-947A-861C8FF7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Android Studio, Gradle y Java, con compileSdk 35 y minSdk 26. Conserva las pantallas del cliente SOAP y solo cambia el adaptador de servicio.</a:t>
            </a:r>
          </a:p>
        </p:txBody>
      </p:sp>
      <p:sp>
        <p:nvSpPr>
          <p:cNvPr id="441" name="Marcador imagen S24">
            <a:extLst xmlns:a="http://schemas.openxmlformats.org/drawingml/2006/main">
              <a:ext uri="{FF2B5EF4-FFF2-40B4-BE49-F238E27FC236}">
                <a16:creationId xmlns:a16="http://schemas.microsoft.com/office/drawing/2014/main" id="{715F4679-B35F-4B8C-A16A-310001D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Android en Android Studio y configuración Gradle para Java</a:t>
            </a:r>
          </a:p>
        </p:txBody>
      </p:sp>
    </p:spTree>
    <p:extLst>
      <p:ext uri="{BB962C8B-B14F-4D97-AF65-F5344CB8AC3E}">
        <p14:creationId xmlns:p14="http://schemas.microsoft.com/office/powerpoint/2010/main" val="164091168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8" name="Google Shape;438;g2d624313899_0_157">
            <a:extLst xmlns:a="http://schemas.openxmlformats.org/drawingml/2006/main">
              <a:ext uri="{FF2B5EF4-FFF2-40B4-BE49-F238E27FC236}">
                <a16:creationId xmlns:a16="http://schemas.microsoft.com/office/drawing/2014/main" id="{A711369F-8A55-4163-8D0F-FE102980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0" name="Fondo blanco del contenido S25">
            <a:extLst xmlns:a="http://schemas.openxmlformats.org/drawingml/2006/main">
              <a:ext uri="{FF2B5EF4-FFF2-40B4-BE49-F238E27FC236}">
                <a16:creationId xmlns:a16="http://schemas.microsoft.com/office/drawing/2014/main" id="{4D6C8F5D-C850-45DE-84BD-E1D8E461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Franja superior azul S25">
            <a:extLst xmlns:a="http://schemas.openxmlformats.org/drawingml/2006/main">
              <a:ext uri="{FF2B5EF4-FFF2-40B4-BE49-F238E27FC236}">
                <a16:creationId xmlns:a16="http://schemas.microsoft.com/office/drawing/2014/main" id="{CC5FC4A9-80F4-4A60-8370-B9315BA5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Acento superior 1 S25">
            <a:extLst xmlns:a="http://schemas.openxmlformats.org/drawingml/2006/main">
              <a:ext uri="{FF2B5EF4-FFF2-40B4-BE49-F238E27FC236}">
                <a16:creationId xmlns:a16="http://schemas.microsoft.com/office/drawing/2014/main" id="{61875E91-B130-4570-A7F0-643E87D2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Acento superior 2 S25">
            <a:extLst xmlns:a="http://schemas.openxmlformats.org/drawingml/2006/main">
              <a:ext uri="{FF2B5EF4-FFF2-40B4-BE49-F238E27FC236}">
                <a16:creationId xmlns:a16="http://schemas.microsoft.com/office/drawing/2014/main" id="{FAAFC002-C7FD-4302-8788-299E8A36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Acento superior 3 S25">
            <a:extLst xmlns:a="http://schemas.openxmlformats.org/drawingml/2006/main">
              <a:ext uri="{FF2B5EF4-FFF2-40B4-BE49-F238E27FC236}">
                <a16:creationId xmlns:a16="http://schemas.microsoft.com/office/drawing/2014/main" id="{F02B3237-D721-445A-A2CE-6911459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Título de sección S25">
            <a:extLst xmlns:a="http://schemas.openxmlformats.org/drawingml/2006/main">
              <a:ext uri="{FF2B5EF4-FFF2-40B4-BE49-F238E27FC236}">
                <a16:creationId xmlns:a16="http://schemas.microsoft.com/office/drawing/2014/main" id="{9202EAD8-21A1-4D40-9DF6-BB0082D4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46" name="Título del contenido S25">
            <a:extLst xmlns:a="http://schemas.openxmlformats.org/drawingml/2006/main">
              <a:ext uri="{FF2B5EF4-FFF2-40B4-BE49-F238E27FC236}">
                <a16:creationId xmlns:a16="http://schemas.microsoft.com/office/drawing/2014/main" id="{33B885D6-0964-4F60-B871-681AB08C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MVC en Android</a:t>
            </a:r>
          </a:p>
        </p:txBody>
      </p:sp>
      <p:sp>
        <p:nvSpPr>
          <p:cNvPr id="447" name="Texto del contenido S25">
            <a:extLst xmlns:a="http://schemas.openxmlformats.org/drawingml/2006/main">
              <a:ext uri="{FF2B5EF4-FFF2-40B4-BE49-F238E27FC236}">
                <a16:creationId xmlns:a16="http://schemas.microsoft.com/office/drawing/2014/main" id="{7DC4677D-4F3C-4637-A507-A0E20EE7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modelo contiene sesión y respuestas. Las Activities presentan las vistas; los controladores coordinan acceso, catálogo y conversiones.</a:t>
            </a:r>
          </a:p>
        </p:txBody>
      </p:sp>
      <p:sp>
        <p:nvSpPr>
          <p:cNvPr id="448" name="Marcador imagen S25">
            <a:extLst xmlns:a="http://schemas.openxmlformats.org/drawingml/2006/main">
              <a:ext uri="{FF2B5EF4-FFF2-40B4-BE49-F238E27FC236}">
                <a16:creationId xmlns:a16="http://schemas.microsoft.com/office/drawing/2014/main" id="{64C87309-146F-4CB6-8290-B5F951CA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Paquetes de Android, Activities y layouts de la interfaz</a:t>
            </a:r>
          </a:p>
        </p:txBody>
      </p:sp>
    </p:spTree>
    <p:extLst>
      <p:ext uri="{BB962C8B-B14F-4D97-AF65-F5344CB8AC3E}">
        <p14:creationId xmlns:p14="http://schemas.microsoft.com/office/powerpoint/2010/main" val="27938037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6" name="Google Shape;446;g2d624313899_0_172">
            <a:extLst xmlns:a="http://schemas.openxmlformats.org/drawingml/2006/main">
              <a:ext uri="{FF2B5EF4-FFF2-40B4-BE49-F238E27FC236}">
                <a16:creationId xmlns:a16="http://schemas.microsoft.com/office/drawing/2014/main" id="{2E9E6797-8BB8-47D4-B50D-F423DED0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9" name="Fondo blanco del contenido S26">
            <a:extLst xmlns:a="http://schemas.openxmlformats.org/drawingml/2006/main">
              <a:ext uri="{FF2B5EF4-FFF2-40B4-BE49-F238E27FC236}">
                <a16:creationId xmlns:a16="http://schemas.microsoft.com/office/drawing/2014/main" id="{D971DC92-B8DC-4031-B20C-58FDF04B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Franja superior azul S26">
            <a:extLst xmlns:a="http://schemas.openxmlformats.org/drawingml/2006/main">
              <a:ext uri="{FF2B5EF4-FFF2-40B4-BE49-F238E27FC236}">
                <a16:creationId xmlns:a16="http://schemas.microsoft.com/office/drawing/2014/main" id="{49C14951-6456-42BC-B3FD-775AA79B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Acento superior 1 S26">
            <a:extLst xmlns:a="http://schemas.openxmlformats.org/drawingml/2006/main">
              <a:ext uri="{FF2B5EF4-FFF2-40B4-BE49-F238E27FC236}">
                <a16:creationId xmlns:a16="http://schemas.microsoft.com/office/drawing/2014/main" id="{DD5859FA-BAAD-4CA9-908C-C31A2C22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Acento superior 2 S26">
            <a:extLst xmlns:a="http://schemas.openxmlformats.org/drawingml/2006/main">
              <a:ext uri="{FF2B5EF4-FFF2-40B4-BE49-F238E27FC236}">
                <a16:creationId xmlns:a16="http://schemas.microsoft.com/office/drawing/2014/main" id="{B44B3B89-C150-49FE-82DB-5B9527E5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Acento superior 3 S26">
            <a:extLst xmlns:a="http://schemas.openxmlformats.org/drawingml/2006/main">
              <a:ext uri="{FF2B5EF4-FFF2-40B4-BE49-F238E27FC236}">
                <a16:creationId xmlns:a16="http://schemas.microsoft.com/office/drawing/2014/main" id="{8CD2E941-4D9A-423C-B53E-E2547F6C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Título de sección S26">
            <a:extLst xmlns:a="http://schemas.openxmlformats.org/drawingml/2006/main">
              <a:ext uri="{FF2B5EF4-FFF2-40B4-BE49-F238E27FC236}">
                <a16:creationId xmlns:a16="http://schemas.microsoft.com/office/drawing/2014/main" id="{BE158337-47F4-43DE-815A-F1FE4355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55" name="Título del contenido S26">
            <a:extLst xmlns:a="http://schemas.openxmlformats.org/drawingml/2006/main">
              <a:ext uri="{FF2B5EF4-FFF2-40B4-BE49-F238E27FC236}">
                <a16:creationId xmlns:a16="http://schemas.microsoft.com/office/drawing/2014/main" id="{9A76324D-3B57-4E4D-AB20-6DD0AAAC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REST para Android</a:t>
            </a:r>
          </a:p>
        </p:txBody>
      </p:sp>
      <p:sp>
        <p:nvSpPr>
          <p:cNvPr id="456" name="Texto del contenido S26">
            <a:extLst xmlns:a="http://schemas.openxmlformats.org/drawingml/2006/main">
              <a:ext uri="{FF2B5EF4-FFF2-40B4-BE49-F238E27FC236}">
                <a16:creationId xmlns:a16="http://schemas.microsoft.com/office/drawing/2014/main" id="{50725EFB-17BE-494F-AD97-D16F71C1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ClienteRest usa HttpURLConnection y org.json, incluidos en Android. EjecutorAndroid realiza las llamadas fuera del hilo de interfaz.</a:t>
            </a:r>
          </a:p>
        </p:txBody>
      </p:sp>
      <p:sp>
        <p:nvSpPr>
          <p:cNvPr id="457" name="Marcador imagen S26">
            <a:extLst xmlns:a="http://schemas.openxmlformats.org/drawingml/2006/main">
              <a:ext uri="{FF2B5EF4-FFF2-40B4-BE49-F238E27FC236}">
                <a16:creationId xmlns:a16="http://schemas.microsoft.com/office/drawing/2014/main" id="{ADDD61EA-5CBA-49A6-A135-9E830B80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ClienteRest.java y EjecutorAndroid.java con la comunicación asíncrona</a:t>
            </a:r>
          </a:p>
        </p:txBody>
      </p:sp>
    </p:spTree>
    <p:extLst>
      <p:ext uri="{BB962C8B-B14F-4D97-AF65-F5344CB8AC3E}">
        <p14:creationId xmlns:p14="http://schemas.microsoft.com/office/powerpoint/2010/main" val="140368109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6" name="Google Shape;456;g2d624313899_0_193">
            <a:extLst xmlns:a="http://schemas.openxmlformats.org/drawingml/2006/main">
              <a:ext uri="{FF2B5EF4-FFF2-40B4-BE49-F238E27FC236}">
                <a16:creationId xmlns:a16="http://schemas.microsoft.com/office/drawing/2014/main" id="{20FDCADB-3D8C-4387-AB11-ED3102F1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9" name="Fondo blanco del contenido S27">
            <a:extLst xmlns:a="http://schemas.openxmlformats.org/drawingml/2006/main">
              <a:ext uri="{FF2B5EF4-FFF2-40B4-BE49-F238E27FC236}">
                <a16:creationId xmlns:a16="http://schemas.microsoft.com/office/drawing/2014/main" id="{23DB77FC-2AAD-4775-B20D-E8D88D12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Franja superior azul S27">
            <a:extLst xmlns:a="http://schemas.openxmlformats.org/drawingml/2006/main">
              <a:ext uri="{FF2B5EF4-FFF2-40B4-BE49-F238E27FC236}">
                <a16:creationId xmlns:a16="http://schemas.microsoft.com/office/drawing/2014/main" id="{E2166A42-A45C-455E-8FFD-4EC468C6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Acento superior 1 S27">
            <a:extLst xmlns:a="http://schemas.openxmlformats.org/drawingml/2006/main">
              <a:ext uri="{FF2B5EF4-FFF2-40B4-BE49-F238E27FC236}">
                <a16:creationId xmlns:a16="http://schemas.microsoft.com/office/drawing/2014/main" id="{40B81B91-6483-4BD7-815F-75F0F1F7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Acento superior 2 S27">
            <a:extLst xmlns:a="http://schemas.openxmlformats.org/drawingml/2006/main">
              <a:ext uri="{FF2B5EF4-FFF2-40B4-BE49-F238E27FC236}">
                <a16:creationId xmlns:a16="http://schemas.microsoft.com/office/drawing/2014/main" id="{A1BE27F7-3D75-4519-ADBE-AD853C5E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Acento superior 3 S27">
            <a:extLst xmlns:a="http://schemas.openxmlformats.org/drawingml/2006/main">
              <a:ext uri="{FF2B5EF4-FFF2-40B4-BE49-F238E27FC236}">
                <a16:creationId xmlns:a16="http://schemas.microsoft.com/office/drawing/2014/main" id="{39393A65-58AC-4323-9C64-423C5660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Título de sección S27">
            <a:extLst xmlns:a="http://schemas.openxmlformats.org/drawingml/2006/main">
              <a:ext uri="{FF2B5EF4-FFF2-40B4-BE49-F238E27FC236}">
                <a16:creationId xmlns:a16="http://schemas.microsoft.com/office/drawing/2014/main" id="{AE7C23E2-BCDB-48DE-A7E8-64862E34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65" name="Título del contenido S27">
            <a:extLst xmlns:a="http://schemas.openxmlformats.org/drawingml/2006/main">
              <a:ext uri="{FF2B5EF4-FFF2-40B4-BE49-F238E27FC236}">
                <a16:creationId xmlns:a16="http://schemas.microsoft.com/office/drawing/2014/main" id="{B9A9886D-99C8-4CEF-B216-8A526E51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Pantallas Android</a:t>
            </a:r>
          </a:p>
        </p:txBody>
      </p:sp>
      <p:sp>
        <p:nvSpPr>
          <p:cNvPr id="466" name="Texto del contenido S27">
            <a:extLst xmlns:a="http://schemas.openxmlformats.org/drawingml/2006/main">
              <a:ext uri="{FF2B5EF4-FFF2-40B4-BE49-F238E27FC236}">
                <a16:creationId xmlns:a16="http://schemas.microsoft.com/office/drawing/2014/main" id="{3AA67702-DF98-438B-ACFC-57DF8827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LoginActivity permite acceder y recuperar la clave. ConversionesActivity muestra el catálogo y el resultado de la operación.</a:t>
            </a:r>
          </a:p>
        </p:txBody>
      </p:sp>
      <p:sp>
        <p:nvSpPr>
          <p:cNvPr id="467" name="Marcador imagen S27">
            <a:extLst xmlns:a="http://schemas.openxmlformats.org/drawingml/2006/main">
              <a:ext uri="{FF2B5EF4-FFF2-40B4-BE49-F238E27FC236}">
                <a16:creationId xmlns:a16="http://schemas.microsoft.com/office/drawing/2014/main" id="{D8B134C4-058A-4623-A550-101D628A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Capturas de LoginActivity y ConversionesActivity con datos de demostración</a:t>
            </a:r>
          </a:p>
        </p:txBody>
      </p:sp>
    </p:spTree>
    <p:extLst>
      <p:ext uri="{BB962C8B-B14F-4D97-AF65-F5344CB8AC3E}">
        <p14:creationId xmlns:p14="http://schemas.microsoft.com/office/powerpoint/2010/main" val="64694906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4" name="Google Shape;494;g2d6d00c5bd2_3_16">
            <a:extLst xmlns:a="http://schemas.openxmlformats.org/drawingml/2006/main">
              <a:ext uri="{FF2B5EF4-FFF2-40B4-BE49-F238E27FC236}">
                <a16:creationId xmlns:a16="http://schemas.microsoft.com/office/drawing/2014/main" id="{4DB5DEDD-91A5-4E5C-9887-A1A8A0CE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6" name="Fondo blanco del contenido S28">
            <a:extLst xmlns:a="http://schemas.openxmlformats.org/drawingml/2006/main">
              <a:ext uri="{FF2B5EF4-FFF2-40B4-BE49-F238E27FC236}">
                <a16:creationId xmlns:a16="http://schemas.microsoft.com/office/drawing/2014/main" id="{0F8F7A9A-1844-4C9F-B713-F2B985E1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Franja superior azul S28">
            <a:extLst xmlns:a="http://schemas.openxmlformats.org/drawingml/2006/main">
              <a:ext uri="{FF2B5EF4-FFF2-40B4-BE49-F238E27FC236}">
                <a16:creationId xmlns:a16="http://schemas.microsoft.com/office/drawing/2014/main" id="{FB4CF74C-F1D6-431F-A9FF-E666C8BC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Acento superior 1 S28">
            <a:extLst xmlns:a="http://schemas.openxmlformats.org/drawingml/2006/main">
              <a:ext uri="{FF2B5EF4-FFF2-40B4-BE49-F238E27FC236}">
                <a16:creationId xmlns:a16="http://schemas.microsoft.com/office/drawing/2014/main" id="{4F034B58-AD51-445B-80BA-3F077058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Acento superior 2 S28">
            <a:extLst xmlns:a="http://schemas.openxmlformats.org/drawingml/2006/main">
              <a:ext uri="{FF2B5EF4-FFF2-40B4-BE49-F238E27FC236}">
                <a16:creationId xmlns:a16="http://schemas.microsoft.com/office/drawing/2014/main" id="{018701D4-EC3C-4D19-96B8-15621E90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Acento superior 3 S28">
            <a:extLst xmlns:a="http://schemas.openxmlformats.org/drawingml/2006/main">
              <a:ext uri="{FF2B5EF4-FFF2-40B4-BE49-F238E27FC236}">
                <a16:creationId xmlns:a16="http://schemas.microsoft.com/office/drawing/2014/main" id="{ED3511A2-3B59-4F5E-9C04-72D25F2C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Título de sección S28">
            <a:extLst xmlns:a="http://schemas.openxmlformats.org/drawingml/2006/main">
              <a:ext uri="{FF2B5EF4-FFF2-40B4-BE49-F238E27FC236}">
                <a16:creationId xmlns:a16="http://schemas.microsoft.com/office/drawing/2014/main" id="{D87B2D20-5A02-4B88-96F7-53558BBA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502" name="Título del contenido S28">
            <a:extLst xmlns:a="http://schemas.openxmlformats.org/drawingml/2006/main">
              <a:ext uri="{FF2B5EF4-FFF2-40B4-BE49-F238E27FC236}">
                <a16:creationId xmlns:a16="http://schemas.microsoft.com/office/drawing/2014/main" id="{D2BEE5D1-4017-4B39-BFD7-64096248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emulador o teléfono</a:t>
            </a:r>
          </a:p>
        </p:txBody>
      </p:sp>
      <p:sp>
        <p:nvSpPr>
          <p:cNvPr id="503" name="Texto del contenido S28">
            <a:extLst xmlns:a="http://schemas.openxmlformats.org/drawingml/2006/main">
              <a:ext uri="{FF2B5EF4-FFF2-40B4-BE49-F238E27FC236}">
                <a16:creationId xmlns:a16="http://schemas.microsoft.com/office/drawing/2014/main" id="{A8D77F2B-F7D9-495C-B797-C2356D4C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emulador accede al API mediante 10.0.2.2:8080. Un teléfono usa la IP local del computador en la misma red o una URL de ngrok.</a:t>
            </a:r>
          </a:p>
        </p:txBody>
      </p:sp>
      <p:sp>
        <p:nvSpPr>
          <p:cNvPr id="504" name="Marcador imagen S28">
            <a:extLst xmlns:a="http://schemas.openxmlformats.org/drawingml/2006/main">
              <a:ext uri="{FF2B5EF4-FFF2-40B4-BE49-F238E27FC236}">
                <a16:creationId xmlns:a16="http://schemas.microsoft.com/office/drawing/2014/main" id="{239F7038-8312-48C6-8460-424563F2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Aplicación en emulador o teléfono conectada al servidor; ocultar credenciales</a:t>
            </a:r>
          </a:p>
        </p:txBody>
      </p:sp>
    </p:spTree>
    <p:extLst>
      <p:ext uri="{BB962C8B-B14F-4D97-AF65-F5344CB8AC3E}">
        <p14:creationId xmlns:p14="http://schemas.microsoft.com/office/powerpoint/2010/main" val="41095010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41">
            <a:extLst xmlns:a="http://schemas.openxmlformats.org/drawingml/2006/main">
              <a:ext uri="{FF2B5EF4-FFF2-40B4-BE49-F238E27FC236}">
                <a16:creationId xmlns:a16="http://schemas.microsoft.com/office/drawing/2014/main" id="{283F3EE5-FC96-4487-B185-340D6D319C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  <a:endParaRPr/>
          </a:p>
        </p:txBody>
      </p:sp>
      <p:sp>
        <p:nvSpPr>
          <p:cNvPr id="503" name="Google Shape;503;p41">
            <a:extLst xmlns:a="http://schemas.openxmlformats.org/drawingml/2006/main">
              <a:ext uri="{FF2B5EF4-FFF2-40B4-BE49-F238E27FC236}">
                <a16:creationId xmlns:a16="http://schemas.microsoft.com/office/drawing/2014/main" id="{681336E7-660A-4C0A-86FC-7A20E49093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300" cy="367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La misma API REST sirve a cuatro clientes Java: consola, escritorio, web y Android. El servicio centraliza las reglas de autenticación, catálogo y conversión, por lo que los cálculos se ejecutan en el servidor y no se duplican en cada interfaz.</a:t>
            </a:r>
            <a:endParaRPr sz="1900"/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/>
            </a:r>
            <a:endParaRPr sz="1900"/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proyecto funciona sin base de datos: las credenciales, las sesiones y el catálogo viven en memoria. Las sesiones vencen a los 15 minutos y un reinicio del servidor invalida los tokens.</a:t>
            </a:r>
            <a:endParaRPr sz="1900"/>
          </a:p>
        </p:txBody>
      </p:sp>
      <p:sp>
        <p:nvSpPr>
          <p:cNvPr id="504" name="Google Shape;504;p41">
            <a:extLst xmlns:a="http://schemas.openxmlformats.org/drawingml/2006/main">
              <a:ext uri="{FF2B5EF4-FFF2-40B4-BE49-F238E27FC236}">
                <a16:creationId xmlns:a16="http://schemas.microsoft.com/office/drawing/2014/main" id="{777D9E80-39BB-4C10-8B65-DBA15BBB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469256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42">
            <a:extLst xmlns:a="http://schemas.openxmlformats.org/drawingml/2006/main">
              <a:ext uri="{FF2B5EF4-FFF2-40B4-BE49-F238E27FC236}">
                <a16:creationId xmlns:a16="http://schemas.microsoft.com/office/drawing/2014/main" id="{04C8B163-DCCF-4FDD-9F6C-649F6077C9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  <a:endParaRPr/>
          </a:p>
        </p:txBody>
      </p:sp>
      <p:sp>
        <p:nvSpPr>
          <p:cNvPr id="510" name="Google Shape;510;p42">
            <a:extLst xmlns:a="http://schemas.openxmlformats.org/drawingml/2006/main">
              <a:ext uri="{FF2B5EF4-FFF2-40B4-BE49-F238E27FC236}">
                <a16:creationId xmlns:a16="http://schemas.microsoft.com/office/drawing/2014/main" id="{6CA3BCC0-3724-43D6-A0BB-5BAB9A53E1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25325"/>
            <a:ext cx="8500800" cy="42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Configurar la URL base y las credenciales mediante propiedades JVM o archivos de configuración para cada entorno.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Usar HTTPS cuando el servicio salga de la red de laboratorio, porque el token Bearer viaja en cada petición.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Documentar la API con OpenAPI para mantener alineados el servidor y los clientes cuando cambien las rutas.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Ampliar las pruebas de integración para verificar los cuatro clientes contra el mismo servidor antes de cada entrega.</a:t>
            </a:r>
          </a:p>
        </p:txBody>
      </p:sp>
      <p:sp>
        <p:nvSpPr>
          <p:cNvPr id="511" name="Google Shape;511;p42">
            <a:extLst xmlns:a="http://schemas.openxmlformats.org/drawingml/2006/main">
              <a:ext uri="{FF2B5EF4-FFF2-40B4-BE49-F238E27FC236}">
                <a16:creationId xmlns:a16="http://schemas.microsoft.com/office/drawing/2014/main" id="{27026B6E-6479-4996-9769-C4319FDF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6378069"/>
      </p:ext>
    </p:extLst>
  </p:cSld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2026-10-23T21:16:53.8720000Z</dcterms:created>
  <dcterms:modified xsi:type="dcterms:W3CDTF">2026-10-23T21:16:53.8720000Z</dcterms:modified>
</coreProperties>
</file>