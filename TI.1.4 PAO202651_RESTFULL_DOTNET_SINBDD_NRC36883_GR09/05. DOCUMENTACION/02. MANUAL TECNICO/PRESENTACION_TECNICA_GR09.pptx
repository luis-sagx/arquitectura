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Gill Sans" panose="020B0502020104020203"/>
      <p:regular r:id="rId37"/>
      <p:bold r:id="rId38"/>
    </p:embeddedFont>
    <p:embeddedFont>
      <p:font typeface="Cambria" panose="02040503050406030204"/>
      <p:regular r:id="rId39"/>
      <p:bold r:id="rId40"/>
      <p:italic r:id="rId41"/>
      <p:boldItalic r:id="rId42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Google Shape;16;p45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5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Google Shape;23;p46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46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Google Shape;30;p47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Google Shape;37;p48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48"/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48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Google Shape;45;p49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9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7" name="Google Shape;47;p49"/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49"/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9" name="Google Shape;49;p49"/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49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57" name="Google Shape;57;p50"/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Google Shape;58;p50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Google Shape;65;p52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52"/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52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53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Google Shape;80;p54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5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Google Shape;87;p55"/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55"/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7" name="Google Shape;7;p44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914400" marR="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1371600" marR="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18288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22860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27432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32004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36576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4114800" marR="0" indent="-2984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8" name="Google Shape;8;p4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9" name="Google Shape;9;p4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10" name="Google Shape;10;p4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1" name="Google Shape;11;p44"/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Google Shape;12;p44"/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Google Shape;13;p44"/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REST .NET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"/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/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ING: Eduardo Mauricio Campaña Ortega</a:t>
            </a:r>
            <a:endParaRPr sz="1600" b="1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0" name="Google Shape;100;p1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6" name="Google Shape;106;p2"/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7" name="Google Shape;107;p2"/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70" lvl="0" indent="-3060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REST EN .NET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 sz="1800"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2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3425" y="1616710"/>
            <a:ext cx="7498715" cy="3624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15" name="Google Shape;115;p3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1.1  OBJETIVO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23749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Implementar una API REST con ASP.NET Core que centralice la autenticación, el catálogo y las conversiones de longitud, masa y temperatura, para que los clientes de consola, escritorio, web y móvil utilicen el mismo backend sin base de datos.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6" name="Google Shape;116;p3"/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Fondo blanco del contenido S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30" name="Título del contenido S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Servidor REST en .NET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1" name="Texto del contenido S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API se construye con ASP.NET Core Web API sobre .NET 10. Kestrel la publica en http://localhost:5111 bajo la ruta /api/ws-con-uni.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0" y="2314080"/>
            <a:ext cx="3115110" cy="3543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Fondo blanco del contenido S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48" name="Título del contenido S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Rutas de la API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49" name="Texto del contenido S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WSConUniController expone POST autenticar, POST recuperar-clave, GET categorias, GET unidades y POST convertir. Las respuestas JSON incluyen estado, código y mensaje.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1" y="4128100"/>
            <a:ext cx="4595966" cy="25060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359" y="2209800"/>
            <a:ext cx="4167051" cy="3766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Fondo blanco del contenido S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57" name="Título del contenido S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lang="es-EC"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Clases </a:t>
            </a: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del servidor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8" name="Texto del contenido S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WSConUniController recibe las peticiones y delega las reglas en ConversorUnidadesServices, registrado como singleton. Respuesta normaliza resultados y errores.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25" y="2466975"/>
            <a:ext cx="4876165" cy="3557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7" name="Fondo blanco del contenido S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73" name="Título del contenido S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Autenticación y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74" name="Texto del contenido S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controlador lee el token del encabezado Authorization: Bearer. La sesión vence a los 15 minutos; usuario, clave y duración se configuran en appsettings.json.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1708" y="2209800"/>
            <a:ext cx="4438904" cy="373511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9" y="4391026"/>
            <a:ext cx="3398061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Fondo blanco del contenido S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97" name="Título del contenido S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Pruebas implementadas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98" name="Texto del contenido S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proyecto WS_CON_UNI_DOTNET_REST.Verification comprueba autenticación, catálogo, conversiones y códigos de error; VerifyHttp.ps1 prueba la API en ejecución.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64" y="5438464"/>
            <a:ext cx="8347587" cy="3665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92" y="3070140"/>
            <a:ext cx="4480708" cy="1701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3" name="Fondo blanco del contenido S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29" name="Título del contenido S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consola .NET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30" name="Texto del contenido S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.NET Framework 4.7.2 sin paquetes externos: HttpWebRequest para HTTP y DataContractJsonSerializer para JSON. El endpoint viene de App.config o del primer argumento.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725" y="4253649"/>
            <a:ext cx="8159050" cy="16082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2" name="Fondo blanco del contenido S1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48" name="Título del contenido S1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 y adaptador REST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49" name="Texto del contenido S1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ControladorConsola administra el flujo y la sesión. ClienteRest traduce cada operación a su ruta, agrega el token Bearer y normaliza la respuesta.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3228" y="2252662"/>
            <a:ext cx="5019473" cy="286270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74" y="5296391"/>
            <a:ext cx="5353274" cy="10280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1" name="Fondo blanco del contenido S1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57" name="Título del contenido S1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Menú y flujo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58" name="Texto del contenido S1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consola permite acceder, consultar categorías y unidades, convertir, cerrar la sesión y recuperar la clave. El flujo solicita categoría, origen, destino y valor.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2324" y="3261419"/>
            <a:ext cx="4862179" cy="26225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9" name="Fondo blanco del contenido S1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65" name="Título del contenido S1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terminal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66" name="Texto del contenido S1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 inicia después de levantar la API. Si cambia el puerto, se ajusta App.config o se pasa la URL terminada en /api/ws-con-uni como argumento.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245" y="3601920"/>
            <a:ext cx="5021255" cy="2189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Fondo blanco del contenido S1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76" name="Título del contenido S1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escritorio WinForms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77" name="Texto del contenido S1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C# WinForms en .NET Framework 4.7.2. ClienteRest consume la API con HttpClient y DataContractJsonSerializer.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137" y="2323820"/>
            <a:ext cx="3781953" cy="40105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Fondo blanco del contenido S1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09" name="Título del contenido S1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Organización MVC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0" name="Texto del contenido S1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separa vista, controlador, modelo y servicio. GestorVentanas coordina el cambio entre la ventana de acceso y la de conversión.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350" y="4738462"/>
            <a:ext cx="2114845" cy="161947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952625"/>
            <a:ext cx="4816737" cy="34090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1" name="Fondo blanco del contenido S1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17" name="Título del contenido S1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WinForms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8" name="Texto del contenido S1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LoginForm gestiona el acceso y la recuperación de clave. ConversionForm presenta el catálogo y los campos de conversión; EstilosUI aplica la paleta.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260" y="2738340"/>
            <a:ext cx="4303977" cy="21974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9" name="Fondo blanco del contenido S1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25" name="Título del contenido S1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Inicio de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26" name="Texto del contenido S1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ControladorLogin envía las credenciales al servidor. Si la respuesta es correcta, guarda el token en memoria y abre ConversionForm.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346" y="3536234"/>
            <a:ext cx="5133307" cy="29963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7" name="Fondo blanco del contenido S1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43" name="Título del contenido S1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44" name="Texto del contenido S1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Las llamadas HTTP son asíncronas (async/await) para no bloquear la ventana. El controlador envía el valor y presenta el resultado o el error recibido.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8211" y="3569859"/>
            <a:ext cx="5184789" cy="29243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5" name="Fondo blanco del contenido S1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51" name="Título del contenido S1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web ASP.NET Core MVC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52" name="Texto del contenido S1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ASP.NET Core MVC en .NET 10. ClienteRest usa un HttpClient compartido y System.Text.Json; la URL de la API se define en appsettings.json.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968" y="2209799"/>
            <a:ext cx="2406876" cy="44867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9" name="Fondo blanco del contenido S1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85" name="Título del contenido S1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Controladores y sesión HTTP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86" name="Texto del contenido S1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AccesoController gestiona acceso, recuperación y salida; ConversorController, el catálogo y las conversiones. El token vive en la sesión HTTP y los POST usan token antifalsificación.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21" y="4753017"/>
            <a:ext cx="5996585" cy="145412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2019145"/>
            <a:ext cx="3286584" cy="25149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7" name="Fondo blanco del contenido S2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93" name="Título del contenido S2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Razor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94" name="Texto del contenido S2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Login.cshtml y Recuperar.cshtml reciben las credenciales. Conversor/Index.cshtml presenta las categorías, unidades, formulario y respuesta.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25" y="2038350"/>
            <a:ext cx="4364941" cy="283163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3826046"/>
            <a:ext cx="3714750" cy="28726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3" name="Fondo blanco del contenido S2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09" name="Título del contenido S2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con Kestrel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10" name="Texto del contenido S2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Primero se inicia la API REST. Después se ejecuta dotnet run en el cliente web y se abre http://localhost:5080.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829" y="3184295"/>
            <a:ext cx="4888783" cy="157640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09" y="4639250"/>
            <a:ext cx="4502168" cy="18382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3" name="Fondo blanco del contenido S2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19" name="Título del contenido S2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0" name="Texto del contenido S2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AccesoController invoca autenticar y guarda el token en la sesión HTTP (cookie HttpOnly, SameSite=Strict). SesionWeb protege las rutas privadas.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0" y="3429000"/>
            <a:ext cx="4832586" cy="27172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1" name="Fondo blanco del contenido S2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27" name="Título del contenido S2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Conversor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8" name="Texto del contenido S2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usuario selecciona categoría y unidades, ingresa el valor y envía la conversión a la API REST.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8168" y="3234874"/>
            <a:ext cx="6253316" cy="34173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3" name="Fondo blanco del contenido S2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39" name="Título del contenido S2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móvil .NET MAUI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0" name="Texto del contenido S2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usa C# y .NET MAUI 10. Compila para Android (API 36) y deja configurado iOS, que solo compila en una Mac.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1" y="3713682"/>
            <a:ext cx="8800505" cy="22965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0" name="Fondo blanco del contenido S2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46" name="Título del contenido S2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MVC en .NET MAUI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7" name="Texto del contenido S2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modelo contiene sesión y respuestas. LoginPage y ConversionesPage presentan las vistas; los controladores coordinan acceso, catálogo y conversiones.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768" y="1857375"/>
            <a:ext cx="2710023" cy="43628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9" name="Fondo blanco del contenido S2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55" name="Título del contenido S2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REST para .NET MAUI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56" name="Texto del contenido S2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ClienteRest envía las peticiones con HttpClient de forma asíncrona y procesa el JSON con System.Text.Json, igual en Android e iOS.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65" y="4082532"/>
            <a:ext cx="8383170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9" name="Fondo blanco del contenido S2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65" name="Título del contenido S2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Pantallas móviles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66" name="Texto del contenido S2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LoginPage permite acceder y recuperar la clave. ConversionesPage muestra el catálogo y el resultado de la operación.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66" y="3553928"/>
            <a:ext cx="4891770" cy="297697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62" y="1881835"/>
            <a:ext cx="4396401" cy="32627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6" name="Fondo blanco del contenido S2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502" name="Título del contenido S2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emulador o teléfono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03" name="Texto del contenido S2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emulador usa http://10.0.2.2:5111/api/ws-con-uni. Un teléfono físico se conecta publicando la API con ngrok.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106" y="2009775"/>
            <a:ext cx="2237357" cy="452775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479" y="1911679"/>
            <a:ext cx="2366965" cy="48348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CONCLUSIONES</a:t>
            </a:r>
          </a:p>
        </p:txBody>
      </p:sp>
      <p:sp>
        <p:nvSpPr>
          <p:cNvPr id="503" name="Google Shape;503;p41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La misma API REST sirve a cuatro clientes .NET: consola, WinForms, ASP.NET Core MVC y .NET MAUI.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RECOMENDACIONES</a:t>
            </a:r>
          </a:p>
        </p:txBody>
      </p:sp>
      <p:sp>
        <p:nvSpPr>
          <p:cNvPr id="510" name="Google Shape;510;p42"/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la URL de la API y las credenciales en appsettings.json y App.config según cada entorno.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(perfil https de Kestrel) cuando el servicio salga de la red de laboratorio, porque el token Bearer viaja en cada petición.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Aprovechar el documento OpenAPI que genera el servidor para mantener alineados la API y los clientes.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  <a:endParaRPr sz="1900"/>
          </a:p>
        </p:txBody>
      </p:sp>
      <p:sp>
        <p:nvSpPr>
          <p:cNvPr id="511" name="Google Shape;511;p4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12236</Words>
  <Application>WPS Presentation</Application>
  <PresentationFormat>Widescreen</PresentationFormat>
  <Paragraphs>505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SimSun</vt:lpstr>
      <vt:lpstr>Wingdings</vt:lpstr>
      <vt:lpstr>Arial</vt:lpstr>
      <vt:lpstr>Gill Sans</vt:lpstr>
      <vt:lpstr>Noto Sans Symbols</vt:lpstr>
      <vt:lpstr>Segoe Print</vt:lpstr>
      <vt:lpstr>Cambria</vt:lpstr>
      <vt:lpstr>Microsoft YaHei</vt:lpstr>
      <vt:lpstr>Arial Unicode MS</vt:lpstr>
      <vt:lpstr>Dividendo</vt:lpstr>
      <vt:lpstr>REST .NET</vt:lpstr>
      <vt:lpstr>PowerPoint 演示文稿</vt:lpstr>
      <vt:lpstr>DESARROLLO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CONCLUSIONES</vt:lpstr>
      <vt:lpstr>RECOMENDACIONES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 Parra</cp:lastModifiedBy>
  <cp:revision>11</cp:revision>
  <dcterms:created xsi:type="dcterms:W3CDTF">2026-10-23T21:16:00Z</dcterms:created>
  <dcterms:modified xsi:type="dcterms:W3CDTF">2026-10-27T14:35:28Z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826F3B66AC4440DF88EE9FF4D41DA6CA_12</vt:lpwstr>
  </property>
  <property fmtid="{D5CDD505-2E9C-101B-9397-08002B2CF9AE}" pid="3" name="KSOProductBuildVer">
    <vt:lpwstr>2058-12.1.0.29162</vt:lpwstr>
  </property>
</Properties>
</file>